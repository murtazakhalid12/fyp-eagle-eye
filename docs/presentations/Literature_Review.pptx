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27"/>
  </p:notesMasterIdLst>
  <p:sldIdLst>
    <p:sldId id="256" r:id="rId3"/>
    <p:sldId id="257" r:id="rId4"/>
    <p:sldId id="258" r:id="rId5"/>
    <p:sldId id="280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custDataLst>
    <p:tags r:id="rId28"/>
  </p:custData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D8CA84-753F-4BFB-9693-4C204BBB7498}" v="32" dt="2025-10-28T22:06:49.2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sce22004" userId="ac659fb8-73a5-4c71-91af-c158e9a820db" providerId="ADAL" clId="{7D7E260D-CA48-4722-A96F-67C11BFCE040}"/>
    <pc:docChg chg="undo custSel addSld delSld modSld">
      <pc:chgData name="bsce22004" userId="ac659fb8-73a5-4c71-91af-c158e9a820db" providerId="ADAL" clId="{7D7E260D-CA48-4722-A96F-67C11BFCE040}" dt="2025-10-28T22:14:06.511" v="293" actId="26606"/>
      <pc:docMkLst>
        <pc:docMk/>
      </pc:docMkLst>
      <pc:sldChg chg="addSp delSp modSp mod">
        <pc:chgData name="bsce22004" userId="ac659fb8-73a5-4c71-91af-c158e9a820db" providerId="ADAL" clId="{7D7E260D-CA48-4722-A96F-67C11BFCE040}" dt="2025-10-28T21:59:08" v="251" actId="26606"/>
        <pc:sldMkLst>
          <pc:docMk/>
          <pc:sldMk cId="1765320926" sldId="257"/>
        </pc:sldMkLst>
        <pc:spChg chg="mod">
          <ac:chgData name="bsce22004" userId="ac659fb8-73a5-4c71-91af-c158e9a820db" providerId="ADAL" clId="{7D7E260D-CA48-4722-A96F-67C11BFCE040}" dt="2025-10-28T21:59:08" v="251" actId="26606"/>
          <ac:spMkLst>
            <pc:docMk/>
            <pc:sldMk cId="1765320926" sldId="257"/>
            <ac:spMk id="2" creationId="{A8D3474A-2558-3F80-5FF5-21358AF7EBCA}"/>
          </ac:spMkLst>
        </pc:spChg>
        <pc:spChg chg="del">
          <ac:chgData name="bsce22004" userId="ac659fb8-73a5-4c71-91af-c158e9a820db" providerId="ADAL" clId="{7D7E260D-CA48-4722-A96F-67C11BFCE040}" dt="2025-10-28T21:59:08" v="251" actId="26606"/>
          <ac:spMkLst>
            <pc:docMk/>
            <pc:sldMk cId="1765320926" sldId="257"/>
            <ac:spMk id="10" creationId="{DCC231C8-C761-4B31-9B1C-C6D19248C6B3}"/>
          </ac:spMkLst>
        </pc:spChg>
        <pc:spChg chg="add">
          <ac:chgData name="bsce22004" userId="ac659fb8-73a5-4c71-91af-c158e9a820db" providerId="ADAL" clId="{7D7E260D-CA48-4722-A96F-67C11BFCE040}" dt="2025-10-28T21:59:08" v="251" actId="26606"/>
          <ac:spMkLst>
            <pc:docMk/>
            <pc:sldMk cId="1765320926" sldId="257"/>
            <ac:spMk id="15" creationId="{6C4028FD-8BAA-4A19-BFDE-594D991B7552}"/>
          </ac:spMkLst>
        </pc:spChg>
        <pc:graphicFrameChg chg="mod modGraphic">
          <ac:chgData name="bsce22004" userId="ac659fb8-73a5-4c71-91af-c158e9a820db" providerId="ADAL" clId="{7D7E260D-CA48-4722-A96F-67C11BFCE040}" dt="2025-10-28T21:59:08" v="251" actId="26606"/>
          <ac:graphicFrameMkLst>
            <pc:docMk/>
            <pc:sldMk cId="1765320926" sldId="257"/>
            <ac:graphicFrameMk id="5" creationId="{60131E4D-CA31-7B3A-E50C-A350A6EAA5A5}"/>
          </ac:graphicFrameMkLst>
        </pc:graphicFrameChg>
      </pc:sldChg>
      <pc:sldChg chg="addSp modSp mod setBg">
        <pc:chgData name="bsce22004" userId="ac659fb8-73a5-4c71-91af-c158e9a820db" providerId="ADAL" clId="{7D7E260D-CA48-4722-A96F-67C11BFCE040}" dt="2025-10-28T22:00:02.088" v="252" actId="26606"/>
        <pc:sldMkLst>
          <pc:docMk/>
          <pc:sldMk cId="4018770974" sldId="258"/>
        </pc:sldMkLst>
        <pc:spChg chg="mod">
          <ac:chgData name="bsce22004" userId="ac659fb8-73a5-4c71-91af-c158e9a820db" providerId="ADAL" clId="{7D7E260D-CA48-4722-A96F-67C11BFCE040}" dt="2025-10-28T22:00:02.088" v="252" actId="26606"/>
          <ac:spMkLst>
            <pc:docMk/>
            <pc:sldMk cId="4018770974" sldId="258"/>
            <ac:spMk id="2" creationId="{DAA5AF3E-4A7F-4C68-2184-54475E66FB4E}"/>
          </ac:spMkLst>
        </pc:spChg>
        <pc:spChg chg="add">
          <ac:chgData name="bsce22004" userId="ac659fb8-73a5-4c71-91af-c158e9a820db" providerId="ADAL" clId="{7D7E260D-CA48-4722-A96F-67C11BFCE040}" dt="2025-10-28T22:00:02.088" v="252" actId="26606"/>
          <ac:spMkLst>
            <pc:docMk/>
            <pc:sldMk cId="4018770974" sldId="258"/>
            <ac:spMk id="18" creationId="{BACC6370-2D7E-4714-9D71-7542949D7D5D}"/>
          </ac:spMkLst>
        </pc:spChg>
        <pc:spChg chg="add">
          <ac:chgData name="bsce22004" userId="ac659fb8-73a5-4c71-91af-c158e9a820db" providerId="ADAL" clId="{7D7E260D-CA48-4722-A96F-67C11BFCE040}" dt="2025-10-28T22:00:02.088" v="252" actId="26606"/>
          <ac:spMkLst>
            <pc:docMk/>
            <pc:sldMk cId="4018770974" sldId="258"/>
            <ac:spMk id="20" creationId="{F68B3F68-107C-434F-AA38-110D5EA91B85}"/>
          </ac:spMkLst>
        </pc:spChg>
        <pc:spChg chg="add">
          <ac:chgData name="bsce22004" userId="ac659fb8-73a5-4c71-91af-c158e9a820db" providerId="ADAL" clId="{7D7E260D-CA48-4722-A96F-67C11BFCE040}" dt="2025-10-28T22:00:02.088" v="252" actId="26606"/>
          <ac:spMkLst>
            <pc:docMk/>
            <pc:sldMk cId="4018770974" sldId="258"/>
            <ac:spMk id="22" creationId="{AAD0DBB9-1A4B-4391-81D4-CB19F9AB918A}"/>
          </ac:spMkLst>
        </pc:spChg>
        <pc:spChg chg="add">
          <ac:chgData name="bsce22004" userId="ac659fb8-73a5-4c71-91af-c158e9a820db" providerId="ADAL" clId="{7D7E260D-CA48-4722-A96F-67C11BFCE040}" dt="2025-10-28T22:00:02.088" v="252" actId="26606"/>
          <ac:spMkLst>
            <pc:docMk/>
            <pc:sldMk cId="4018770974" sldId="258"/>
            <ac:spMk id="24" creationId="{063BBA22-50EA-4C4D-BE05-F1CE4E63AA56}"/>
          </ac:spMkLst>
        </pc:spChg>
        <pc:graphicFrameChg chg="mod modGraphic">
          <ac:chgData name="bsce22004" userId="ac659fb8-73a5-4c71-91af-c158e9a820db" providerId="ADAL" clId="{7D7E260D-CA48-4722-A96F-67C11BFCE040}" dt="2025-10-28T22:00:02.088" v="252" actId="26606"/>
          <ac:graphicFrameMkLst>
            <pc:docMk/>
            <pc:sldMk cId="4018770974" sldId="258"/>
            <ac:graphicFrameMk id="13" creationId="{1EF87790-FC68-4B7A-C2E0-146FF5501FB2}"/>
          </ac:graphicFrameMkLst>
        </pc:graphicFrameChg>
      </pc:sldChg>
      <pc:sldChg chg="addSp delSp modSp mod">
        <pc:chgData name="bsce22004" userId="ac659fb8-73a5-4c71-91af-c158e9a820db" providerId="ADAL" clId="{7D7E260D-CA48-4722-A96F-67C11BFCE040}" dt="2025-10-28T22:03:11.550" v="264" actId="26606"/>
        <pc:sldMkLst>
          <pc:docMk/>
          <pc:sldMk cId="2580373869" sldId="259"/>
        </pc:sldMkLst>
        <pc:spChg chg="mod">
          <ac:chgData name="bsce22004" userId="ac659fb8-73a5-4c71-91af-c158e9a820db" providerId="ADAL" clId="{7D7E260D-CA48-4722-A96F-67C11BFCE040}" dt="2025-10-28T22:03:11.550" v="264" actId="26606"/>
          <ac:spMkLst>
            <pc:docMk/>
            <pc:sldMk cId="2580373869" sldId="259"/>
            <ac:spMk id="2" creationId="{06EA3633-1727-5D67-266D-6C51440C95C5}"/>
          </ac:spMkLst>
        </pc:spChg>
        <pc:spChg chg="mod">
          <ac:chgData name="bsce22004" userId="ac659fb8-73a5-4c71-91af-c158e9a820db" providerId="ADAL" clId="{7D7E260D-CA48-4722-A96F-67C11BFCE040}" dt="2025-10-28T22:03:11.550" v="264" actId="26606"/>
          <ac:spMkLst>
            <pc:docMk/>
            <pc:sldMk cId="2580373869" sldId="259"/>
            <ac:spMk id="3" creationId="{C2406374-D7B7-10D9-3FA3-15E4C3AB6834}"/>
          </ac:spMkLst>
        </pc:spChg>
        <pc:spChg chg="del">
          <ac:chgData name="bsce22004" userId="ac659fb8-73a5-4c71-91af-c158e9a820db" providerId="ADAL" clId="{7D7E260D-CA48-4722-A96F-67C11BFCE040}" dt="2025-10-28T22:02:38.539" v="257" actId="26606"/>
          <ac:spMkLst>
            <pc:docMk/>
            <pc:sldMk cId="2580373869" sldId="259"/>
            <ac:spMk id="19" creationId="{7C32DF3D-3F59-481D-A237-77C31AD492C1}"/>
          </ac:spMkLst>
        </pc:spChg>
        <pc:spChg chg="del">
          <ac:chgData name="bsce22004" userId="ac659fb8-73a5-4c71-91af-c158e9a820db" providerId="ADAL" clId="{7D7E260D-CA48-4722-A96F-67C11BFCE040}" dt="2025-10-28T22:02:38.539" v="257" actId="26606"/>
          <ac:spMkLst>
            <pc:docMk/>
            <pc:sldMk cId="2580373869" sldId="259"/>
            <ac:spMk id="21" creationId="{32F02326-30C4-4095-988F-932A425AE2DA}"/>
          </ac:spMkLst>
        </pc:spChg>
        <pc:spChg chg="add del">
          <ac:chgData name="bsce22004" userId="ac659fb8-73a5-4c71-91af-c158e9a820db" providerId="ADAL" clId="{7D7E260D-CA48-4722-A96F-67C11BFCE040}" dt="2025-10-28T22:02:59.763" v="262" actId="26606"/>
          <ac:spMkLst>
            <pc:docMk/>
            <pc:sldMk cId="2580373869" sldId="259"/>
            <ac:spMk id="27" creationId="{C0763A76-9F1C-4FC5-82B7-DD475DA461B2}"/>
          </ac:spMkLst>
        </pc:spChg>
        <pc:spChg chg="add del">
          <ac:chgData name="bsce22004" userId="ac659fb8-73a5-4c71-91af-c158e9a820db" providerId="ADAL" clId="{7D7E260D-CA48-4722-A96F-67C11BFCE040}" dt="2025-10-28T22:02:59.763" v="262" actId="26606"/>
          <ac:spMkLst>
            <pc:docMk/>
            <pc:sldMk cId="2580373869" sldId="259"/>
            <ac:spMk id="29" creationId="{E81BF4F6-F2CF-4984-9D14-D6966D92F99F}"/>
          </ac:spMkLst>
        </pc:spChg>
        <pc:spChg chg="add del">
          <ac:chgData name="bsce22004" userId="ac659fb8-73a5-4c71-91af-c158e9a820db" providerId="ADAL" clId="{7D7E260D-CA48-4722-A96F-67C11BFCE040}" dt="2025-10-28T22:02:59.708" v="261" actId="26606"/>
          <ac:spMkLst>
            <pc:docMk/>
            <pc:sldMk cId="2580373869" sldId="259"/>
            <ac:spMk id="34" creationId="{D009D6D5-DAC2-4A8B-A17A-E206B9012D09}"/>
          </ac:spMkLst>
        </pc:spChg>
        <pc:spChg chg="add del">
          <ac:chgData name="bsce22004" userId="ac659fb8-73a5-4c71-91af-c158e9a820db" providerId="ADAL" clId="{7D7E260D-CA48-4722-A96F-67C11BFCE040}" dt="2025-10-28T22:03:11.550" v="264" actId="26606"/>
          <ac:spMkLst>
            <pc:docMk/>
            <pc:sldMk cId="2580373869" sldId="259"/>
            <ac:spMk id="36" creationId="{0D153B68-5844-490D-8E67-F616D6D721CA}"/>
          </ac:spMkLst>
        </pc:spChg>
        <pc:spChg chg="add del">
          <ac:chgData name="bsce22004" userId="ac659fb8-73a5-4c71-91af-c158e9a820db" providerId="ADAL" clId="{7D7E260D-CA48-4722-A96F-67C11BFCE040}" dt="2025-10-28T22:03:11.550" v="264" actId="26606"/>
          <ac:spMkLst>
            <pc:docMk/>
            <pc:sldMk cId="2580373869" sldId="259"/>
            <ac:spMk id="37" creationId="{7FF47CB7-972F-479F-A36D-9E72D26EC8DA}"/>
          </ac:spMkLst>
        </pc:spChg>
        <pc:spChg chg="add del">
          <ac:chgData name="bsce22004" userId="ac659fb8-73a5-4c71-91af-c158e9a820db" providerId="ADAL" clId="{7D7E260D-CA48-4722-A96F-67C11BFCE040}" dt="2025-10-28T22:03:11.550" v="264" actId="26606"/>
          <ac:spMkLst>
            <pc:docMk/>
            <pc:sldMk cId="2580373869" sldId="259"/>
            <ac:spMk id="38" creationId="{9A0D773F-7A7D-4DBB-9DEA-86BB8B8F4BC8}"/>
          </ac:spMkLst>
        </pc:spChg>
        <pc:spChg chg="add">
          <ac:chgData name="bsce22004" userId="ac659fb8-73a5-4c71-91af-c158e9a820db" providerId="ADAL" clId="{7D7E260D-CA48-4722-A96F-67C11BFCE040}" dt="2025-10-28T22:03:11.550" v="264" actId="26606"/>
          <ac:spMkLst>
            <pc:docMk/>
            <pc:sldMk cId="2580373869" sldId="259"/>
            <ac:spMk id="43" creationId="{45D37F4E-DDB4-456B-97E0-9937730A039F}"/>
          </ac:spMkLst>
        </pc:spChg>
        <pc:spChg chg="add">
          <ac:chgData name="bsce22004" userId="ac659fb8-73a5-4c71-91af-c158e9a820db" providerId="ADAL" clId="{7D7E260D-CA48-4722-A96F-67C11BFCE040}" dt="2025-10-28T22:03:11.550" v="264" actId="26606"/>
          <ac:spMkLst>
            <pc:docMk/>
            <pc:sldMk cId="2580373869" sldId="259"/>
            <ac:spMk id="45" creationId="{B2DD41CD-8F47-4F56-AD12-4E2FF7696987}"/>
          </ac:spMkLst>
        </pc:spChg>
        <pc:picChg chg="add mod">
          <ac:chgData name="bsce22004" userId="ac659fb8-73a5-4c71-91af-c158e9a820db" providerId="ADAL" clId="{7D7E260D-CA48-4722-A96F-67C11BFCE040}" dt="2025-10-28T22:03:11.550" v="264" actId="26606"/>
          <ac:picMkLst>
            <pc:docMk/>
            <pc:sldMk cId="2580373869" sldId="259"/>
            <ac:picMk id="23" creationId="{EC8548CA-00BE-FB1F-943F-47F29785E9BD}"/>
          </ac:picMkLst>
        </pc:picChg>
      </pc:sldChg>
      <pc:sldChg chg="modSp mod">
        <pc:chgData name="bsce22004" userId="ac659fb8-73a5-4c71-91af-c158e9a820db" providerId="ADAL" clId="{7D7E260D-CA48-4722-A96F-67C11BFCE040}" dt="2025-10-28T22:06:56.479" v="277" actId="5793"/>
        <pc:sldMkLst>
          <pc:docMk/>
          <pc:sldMk cId="3236011403" sldId="262"/>
        </pc:sldMkLst>
        <pc:spChg chg="mod">
          <ac:chgData name="bsce22004" userId="ac659fb8-73a5-4c71-91af-c158e9a820db" providerId="ADAL" clId="{7D7E260D-CA48-4722-A96F-67C11BFCE040}" dt="2025-10-28T22:06:56.479" v="277" actId="5793"/>
          <ac:spMkLst>
            <pc:docMk/>
            <pc:sldMk cId="3236011403" sldId="262"/>
            <ac:spMk id="5" creationId="{31ADA7F4-4E27-6E98-0C3B-CB11A8448296}"/>
          </ac:spMkLst>
        </pc:spChg>
      </pc:sldChg>
      <pc:sldChg chg="addSp delSp modSp mod">
        <pc:chgData name="bsce22004" userId="ac659fb8-73a5-4c71-91af-c158e9a820db" providerId="ADAL" clId="{7D7E260D-CA48-4722-A96F-67C11BFCE040}" dt="2025-10-28T22:10:37.097" v="285" actId="26606"/>
        <pc:sldMkLst>
          <pc:docMk/>
          <pc:sldMk cId="3447393425" sldId="264"/>
        </pc:sldMkLst>
        <pc:spChg chg="mod">
          <ac:chgData name="bsce22004" userId="ac659fb8-73a5-4c71-91af-c158e9a820db" providerId="ADAL" clId="{7D7E260D-CA48-4722-A96F-67C11BFCE040}" dt="2025-10-28T22:10:37.097" v="285" actId="26606"/>
          <ac:spMkLst>
            <pc:docMk/>
            <pc:sldMk cId="3447393425" sldId="264"/>
            <ac:spMk id="2" creationId="{1DB6FA99-DB00-3A75-F20F-6F3644A82E94}"/>
          </ac:spMkLst>
        </pc:spChg>
        <pc:spChg chg="mod">
          <ac:chgData name="bsce22004" userId="ac659fb8-73a5-4c71-91af-c158e9a820db" providerId="ADAL" clId="{7D7E260D-CA48-4722-A96F-67C11BFCE040}" dt="2025-10-28T22:10:37.097" v="285" actId="26606"/>
          <ac:spMkLst>
            <pc:docMk/>
            <pc:sldMk cId="3447393425" sldId="264"/>
            <ac:spMk id="3" creationId="{E91DEC34-1FFE-F410-2E94-A059CC463BA8}"/>
          </ac:spMkLst>
        </pc:spChg>
        <pc:spChg chg="del">
          <ac:chgData name="bsce22004" userId="ac659fb8-73a5-4c71-91af-c158e9a820db" providerId="ADAL" clId="{7D7E260D-CA48-4722-A96F-67C11BFCE040}" dt="2025-10-28T22:10:00.065" v="278" actId="26606"/>
          <ac:spMkLst>
            <pc:docMk/>
            <pc:sldMk cId="3447393425" sldId="264"/>
            <ac:spMk id="8" creationId="{907EF6B7-1338-4443-8C46-6A318D952DFD}"/>
          </ac:spMkLst>
        </pc:spChg>
        <pc:spChg chg="del">
          <ac:chgData name="bsce22004" userId="ac659fb8-73a5-4c71-91af-c158e9a820db" providerId="ADAL" clId="{7D7E260D-CA48-4722-A96F-67C11BFCE040}" dt="2025-10-28T22:10:00.065" v="278" actId="26606"/>
          <ac:spMkLst>
            <pc:docMk/>
            <pc:sldMk cId="3447393425" sldId="264"/>
            <ac:spMk id="10" creationId="{DAAE4CDD-124C-4DCF-9584-B6033B545DD5}"/>
          </ac:spMkLst>
        </pc:spChg>
        <pc:spChg chg="del">
          <ac:chgData name="bsce22004" userId="ac659fb8-73a5-4c71-91af-c158e9a820db" providerId="ADAL" clId="{7D7E260D-CA48-4722-A96F-67C11BFCE040}" dt="2025-10-28T22:10:00.065" v="278" actId="26606"/>
          <ac:spMkLst>
            <pc:docMk/>
            <pc:sldMk cId="3447393425" sldId="264"/>
            <ac:spMk id="12" creationId="{081E4A58-353D-44AE-B2FC-2A74E2E400F7}"/>
          </ac:spMkLst>
        </pc:spChg>
        <pc:spChg chg="add del">
          <ac:chgData name="bsce22004" userId="ac659fb8-73a5-4c71-91af-c158e9a820db" providerId="ADAL" clId="{7D7E260D-CA48-4722-A96F-67C11BFCE040}" dt="2025-10-28T22:10:37.097" v="285" actId="26606"/>
          <ac:spMkLst>
            <pc:docMk/>
            <pc:sldMk cId="3447393425" sldId="264"/>
            <ac:spMk id="18" creationId="{2C61293E-6EBE-43EF-A52C-9BEBFD7679D4}"/>
          </ac:spMkLst>
        </pc:spChg>
        <pc:spChg chg="add del">
          <ac:chgData name="bsce22004" userId="ac659fb8-73a5-4c71-91af-c158e9a820db" providerId="ADAL" clId="{7D7E260D-CA48-4722-A96F-67C11BFCE040}" dt="2025-10-28T22:10:37.097" v="285" actId="26606"/>
          <ac:spMkLst>
            <pc:docMk/>
            <pc:sldMk cId="3447393425" sldId="264"/>
            <ac:spMk id="20" creationId="{21540236-BFD5-4A9D-8840-4703E7F76825}"/>
          </ac:spMkLst>
        </pc:spChg>
        <pc:spChg chg="add del">
          <ac:chgData name="bsce22004" userId="ac659fb8-73a5-4c71-91af-c158e9a820db" providerId="ADAL" clId="{7D7E260D-CA48-4722-A96F-67C11BFCE040}" dt="2025-10-28T22:10:18.419" v="280" actId="26606"/>
          <ac:spMkLst>
            <pc:docMk/>
            <pc:sldMk cId="3447393425" sldId="264"/>
            <ac:spMk id="25" creationId="{45D37F4E-DDB4-456B-97E0-9937730A039F}"/>
          </ac:spMkLst>
        </pc:spChg>
        <pc:spChg chg="add del">
          <ac:chgData name="bsce22004" userId="ac659fb8-73a5-4c71-91af-c158e9a820db" providerId="ADAL" clId="{7D7E260D-CA48-4722-A96F-67C11BFCE040}" dt="2025-10-28T22:10:18.419" v="280" actId="26606"/>
          <ac:spMkLst>
            <pc:docMk/>
            <pc:sldMk cId="3447393425" sldId="264"/>
            <ac:spMk id="27" creationId="{B2DD41CD-8F47-4F56-AD12-4E2FF7696987}"/>
          </ac:spMkLst>
        </pc:spChg>
        <pc:spChg chg="add del">
          <ac:chgData name="bsce22004" userId="ac659fb8-73a5-4c71-91af-c158e9a820db" providerId="ADAL" clId="{7D7E260D-CA48-4722-A96F-67C11BFCE040}" dt="2025-10-28T22:10:22.170" v="282" actId="26606"/>
          <ac:spMkLst>
            <pc:docMk/>
            <pc:sldMk cId="3447393425" sldId="264"/>
            <ac:spMk id="29" creationId="{D1D34770-47A8-402C-AF23-2B653F2D88C1}"/>
          </ac:spMkLst>
        </pc:spChg>
        <pc:spChg chg="add del">
          <ac:chgData name="bsce22004" userId="ac659fb8-73a5-4c71-91af-c158e9a820db" providerId="ADAL" clId="{7D7E260D-CA48-4722-A96F-67C11BFCE040}" dt="2025-10-28T22:10:37.084" v="284" actId="26606"/>
          <ac:spMkLst>
            <pc:docMk/>
            <pc:sldMk cId="3447393425" sldId="264"/>
            <ac:spMk id="31" creationId="{D009D6D5-DAC2-4A8B-A17A-E206B9012D09}"/>
          </ac:spMkLst>
        </pc:spChg>
        <pc:spChg chg="add">
          <ac:chgData name="bsce22004" userId="ac659fb8-73a5-4c71-91af-c158e9a820db" providerId="ADAL" clId="{7D7E260D-CA48-4722-A96F-67C11BFCE040}" dt="2025-10-28T22:10:37.097" v="285" actId="26606"/>
          <ac:spMkLst>
            <pc:docMk/>
            <pc:sldMk cId="3447393425" sldId="264"/>
            <ac:spMk id="33" creationId="{45D37F4E-DDB4-456B-97E0-9937730A039F}"/>
          </ac:spMkLst>
        </pc:spChg>
        <pc:spChg chg="add">
          <ac:chgData name="bsce22004" userId="ac659fb8-73a5-4c71-91af-c158e9a820db" providerId="ADAL" clId="{7D7E260D-CA48-4722-A96F-67C11BFCE040}" dt="2025-10-28T22:10:37.097" v="285" actId="26606"/>
          <ac:spMkLst>
            <pc:docMk/>
            <pc:sldMk cId="3447393425" sldId="264"/>
            <ac:spMk id="34" creationId="{B2DD41CD-8F47-4F56-AD12-4E2FF7696987}"/>
          </ac:spMkLst>
        </pc:spChg>
        <pc:picChg chg="add mod ord">
          <ac:chgData name="bsce22004" userId="ac659fb8-73a5-4c71-91af-c158e9a820db" providerId="ADAL" clId="{7D7E260D-CA48-4722-A96F-67C11BFCE040}" dt="2025-10-28T22:10:37.097" v="285" actId="26606"/>
          <ac:picMkLst>
            <pc:docMk/>
            <pc:sldMk cId="3447393425" sldId="264"/>
            <ac:picMk id="14" creationId="{5F95360A-86D9-8175-3683-7A8FB9735B02}"/>
          </ac:picMkLst>
        </pc:picChg>
      </pc:sldChg>
      <pc:sldChg chg="addSp delSp modSp mod">
        <pc:chgData name="bsce22004" userId="ac659fb8-73a5-4c71-91af-c158e9a820db" providerId="ADAL" clId="{7D7E260D-CA48-4722-A96F-67C11BFCE040}" dt="2025-10-28T22:11:12.658" v="288" actId="26606"/>
        <pc:sldMkLst>
          <pc:docMk/>
          <pc:sldMk cId="565943446" sldId="265"/>
        </pc:sldMkLst>
        <pc:spChg chg="mod">
          <ac:chgData name="bsce22004" userId="ac659fb8-73a5-4c71-91af-c158e9a820db" providerId="ADAL" clId="{7D7E260D-CA48-4722-A96F-67C11BFCE040}" dt="2025-10-28T22:11:12.658" v="288" actId="26606"/>
          <ac:spMkLst>
            <pc:docMk/>
            <pc:sldMk cId="565943446" sldId="265"/>
            <ac:spMk id="2" creationId="{3B2C51C7-508F-05B6-999B-18673C86F285}"/>
          </ac:spMkLst>
        </pc:spChg>
        <pc:spChg chg="add del mod">
          <ac:chgData name="bsce22004" userId="ac659fb8-73a5-4c71-91af-c158e9a820db" providerId="ADAL" clId="{7D7E260D-CA48-4722-A96F-67C11BFCE040}" dt="2025-10-28T22:11:12.658" v="288" actId="26606"/>
          <ac:spMkLst>
            <pc:docMk/>
            <pc:sldMk cId="565943446" sldId="265"/>
            <ac:spMk id="3" creationId="{21CDA2AF-A16D-FB87-3A05-EEC4F3D0AAEC}"/>
          </ac:spMkLst>
        </pc:spChg>
        <pc:spChg chg="add del">
          <ac:chgData name="bsce22004" userId="ac659fb8-73a5-4c71-91af-c158e9a820db" providerId="ADAL" clId="{7D7E260D-CA48-4722-A96F-67C11BFCE040}" dt="2025-10-28T22:11:12.658" v="288" actId="26606"/>
          <ac:spMkLst>
            <pc:docMk/>
            <pc:sldMk cId="565943446" sldId="265"/>
            <ac:spMk id="8" creationId="{907EF6B7-1338-4443-8C46-6A318D952DFD}"/>
          </ac:spMkLst>
        </pc:spChg>
        <pc:spChg chg="add del">
          <ac:chgData name="bsce22004" userId="ac659fb8-73a5-4c71-91af-c158e9a820db" providerId="ADAL" clId="{7D7E260D-CA48-4722-A96F-67C11BFCE040}" dt="2025-10-28T22:11:12.658" v="288" actId="26606"/>
          <ac:spMkLst>
            <pc:docMk/>
            <pc:sldMk cId="565943446" sldId="265"/>
            <ac:spMk id="10" creationId="{DAAE4CDD-124C-4DCF-9584-B6033B545DD5}"/>
          </ac:spMkLst>
        </pc:spChg>
        <pc:spChg chg="add del">
          <ac:chgData name="bsce22004" userId="ac659fb8-73a5-4c71-91af-c158e9a820db" providerId="ADAL" clId="{7D7E260D-CA48-4722-A96F-67C11BFCE040}" dt="2025-10-28T22:11:12.658" v="288" actId="26606"/>
          <ac:spMkLst>
            <pc:docMk/>
            <pc:sldMk cId="565943446" sldId="265"/>
            <ac:spMk id="12" creationId="{081E4A58-353D-44AE-B2FC-2A74E2E400F7}"/>
          </ac:spMkLst>
        </pc:spChg>
        <pc:spChg chg="add">
          <ac:chgData name="bsce22004" userId="ac659fb8-73a5-4c71-91af-c158e9a820db" providerId="ADAL" clId="{7D7E260D-CA48-4722-A96F-67C11BFCE040}" dt="2025-10-28T22:11:12.658" v="288" actId="26606"/>
          <ac:spMkLst>
            <pc:docMk/>
            <pc:sldMk cId="565943446" sldId="265"/>
            <ac:spMk id="18" creationId="{2C61293E-6EBE-43EF-A52C-9BEBFD7679D4}"/>
          </ac:spMkLst>
        </pc:spChg>
        <pc:spChg chg="add del">
          <ac:chgData name="bsce22004" userId="ac659fb8-73a5-4c71-91af-c158e9a820db" providerId="ADAL" clId="{7D7E260D-CA48-4722-A96F-67C11BFCE040}" dt="2025-10-28T22:11:08.783" v="287" actId="26606"/>
          <ac:spMkLst>
            <pc:docMk/>
            <pc:sldMk cId="565943446" sldId="265"/>
            <ac:spMk id="19" creationId="{B50AB553-2A96-4A92-96F2-93548E096954}"/>
          </ac:spMkLst>
        </pc:spChg>
        <pc:spChg chg="add">
          <ac:chgData name="bsce22004" userId="ac659fb8-73a5-4c71-91af-c158e9a820db" providerId="ADAL" clId="{7D7E260D-CA48-4722-A96F-67C11BFCE040}" dt="2025-10-28T22:11:12.658" v="288" actId="26606"/>
          <ac:spMkLst>
            <pc:docMk/>
            <pc:sldMk cId="565943446" sldId="265"/>
            <ac:spMk id="20" creationId="{21540236-BFD5-4A9D-8840-4703E7F76825}"/>
          </ac:spMkLst>
        </pc:spChg>
        <pc:graphicFrameChg chg="add del">
          <ac:chgData name="bsce22004" userId="ac659fb8-73a5-4c71-91af-c158e9a820db" providerId="ADAL" clId="{7D7E260D-CA48-4722-A96F-67C11BFCE040}" dt="2025-10-28T22:11:08.783" v="287" actId="26606"/>
          <ac:graphicFrameMkLst>
            <pc:docMk/>
            <pc:sldMk cId="565943446" sldId="265"/>
            <ac:graphicFrameMk id="14" creationId="{CF043BC2-0E2C-B45E-CDED-619042EB1406}"/>
          </ac:graphicFrameMkLst>
        </pc:graphicFrameChg>
        <pc:picChg chg="add del">
          <ac:chgData name="bsce22004" userId="ac659fb8-73a5-4c71-91af-c158e9a820db" providerId="ADAL" clId="{7D7E260D-CA48-4722-A96F-67C11BFCE040}" dt="2025-10-28T22:11:08.783" v="287" actId="26606"/>
          <ac:picMkLst>
            <pc:docMk/>
            <pc:sldMk cId="565943446" sldId="265"/>
            <ac:picMk id="15" creationId="{5BA051C4-774E-903C-05E3-0169456CB36B}"/>
          </ac:picMkLst>
        </pc:picChg>
        <pc:picChg chg="add">
          <ac:chgData name="bsce22004" userId="ac659fb8-73a5-4c71-91af-c158e9a820db" providerId="ADAL" clId="{7D7E260D-CA48-4722-A96F-67C11BFCE040}" dt="2025-10-28T22:11:12.658" v="288" actId="26606"/>
          <ac:picMkLst>
            <pc:docMk/>
            <pc:sldMk cId="565943446" sldId="265"/>
            <ac:picMk id="16" creationId="{FDD04090-A1E3-D436-710D-8BAE09496E47}"/>
          </ac:picMkLst>
        </pc:picChg>
      </pc:sldChg>
      <pc:sldChg chg="addSp delSp modSp new mod setBg">
        <pc:chgData name="bsce22004" userId="ac659fb8-73a5-4c71-91af-c158e9a820db" providerId="ADAL" clId="{7D7E260D-CA48-4722-A96F-67C11BFCE040}" dt="2025-10-28T21:14:28.059" v="51" actId="20577"/>
        <pc:sldMkLst>
          <pc:docMk/>
          <pc:sldMk cId="1804570303" sldId="268"/>
        </pc:sldMkLst>
        <pc:spChg chg="mod">
          <ac:chgData name="bsce22004" userId="ac659fb8-73a5-4c71-91af-c158e9a820db" providerId="ADAL" clId="{7D7E260D-CA48-4722-A96F-67C11BFCE040}" dt="2025-10-28T21:14:00.398" v="23" actId="26606"/>
          <ac:spMkLst>
            <pc:docMk/>
            <pc:sldMk cId="1804570303" sldId="268"/>
            <ac:spMk id="2" creationId="{CC15E8CD-CA93-1B9C-2511-4FA6EBCCD972}"/>
          </ac:spMkLst>
        </pc:spChg>
        <pc:spChg chg="del">
          <ac:chgData name="bsce22004" userId="ac659fb8-73a5-4c71-91af-c158e9a820db" providerId="ADAL" clId="{7D7E260D-CA48-4722-A96F-67C11BFCE040}" dt="2025-10-28T21:04:11.858" v="22"/>
          <ac:spMkLst>
            <pc:docMk/>
            <pc:sldMk cId="1804570303" sldId="268"/>
            <ac:spMk id="3" creationId="{8ED2CEAA-BBAA-B7B3-3A59-1CEAD7F439C6}"/>
          </ac:spMkLst>
        </pc:spChg>
        <pc:spChg chg="add">
          <ac:chgData name="bsce22004" userId="ac659fb8-73a5-4c71-91af-c158e9a820db" providerId="ADAL" clId="{7D7E260D-CA48-4722-A96F-67C11BFCE040}" dt="2025-10-28T21:03:58.078" v="21"/>
          <ac:spMkLst>
            <pc:docMk/>
            <pc:sldMk cId="1804570303" sldId="268"/>
            <ac:spMk id="4" creationId="{F55159C4-47E8-BEF9-0484-D924A0195737}"/>
          </ac:spMkLst>
        </pc:spChg>
        <pc:spChg chg="add">
          <ac:chgData name="bsce22004" userId="ac659fb8-73a5-4c71-91af-c158e9a820db" providerId="ADAL" clId="{7D7E260D-CA48-4722-A96F-67C11BFCE040}" dt="2025-10-28T21:03:58.078" v="21"/>
          <ac:spMkLst>
            <pc:docMk/>
            <pc:sldMk cId="1804570303" sldId="268"/>
            <ac:spMk id="5" creationId="{29088169-B79F-9D3A-8FE7-68589478DB56}"/>
          </ac:spMkLst>
        </pc:spChg>
        <pc:spChg chg="add">
          <ac:chgData name="bsce22004" userId="ac659fb8-73a5-4c71-91af-c158e9a820db" providerId="ADAL" clId="{7D7E260D-CA48-4722-A96F-67C11BFCE040}" dt="2025-10-28T21:03:58.078" v="21"/>
          <ac:spMkLst>
            <pc:docMk/>
            <pc:sldMk cId="1804570303" sldId="268"/>
            <ac:spMk id="6" creationId="{FF03D40A-75A1-778F-ADA4-7E4B942D0CAB}"/>
          </ac:spMkLst>
        </pc:spChg>
        <pc:spChg chg="add">
          <ac:chgData name="bsce22004" userId="ac659fb8-73a5-4c71-91af-c158e9a820db" providerId="ADAL" clId="{7D7E260D-CA48-4722-A96F-67C11BFCE040}" dt="2025-10-28T21:03:58.078" v="21"/>
          <ac:spMkLst>
            <pc:docMk/>
            <pc:sldMk cId="1804570303" sldId="268"/>
            <ac:spMk id="7" creationId="{0E451FA2-C263-891C-E921-C23E1B2C1E9F}"/>
          </ac:spMkLst>
        </pc:spChg>
        <pc:spChg chg="add mod">
          <ac:chgData name="bsce22004" userId="ac659fb8-73a5-4c71-91af-c158e9a820db" providerId="ADAL" clId="{7D7E260D-CA48-4722-A96F-67C11BFCE040}" dt="2025-10-28T21:14:28.059" v="51" actId="20577"/>
          <ac:spMkLst>
            <pc:docMk/>
            <pc:sldMk cId="1804570303" sldId="268"/>
            <ac:spMk id="8" creationId="{87A07F9D-0D1C-A1BE-13A9-ACEE9DE75D28}"/>
          </ac:spMkLst>
        </pc:spChg>
        <pc:spChg chg="add">
          <ac:chgData name="bsce22004" userId="ac659fb8-73a5-4c71-91af-c158e9a820db" providerId="ADAL" clId="{7D7E260D-CA48-4722-A96F-67C11BFCE040}" dt="2025-10-28T21:14:00.398" v="23" actId="26606"/>
          <ac:spMkLst>
            <pc:docMk/>
            <pc:sldMk cId="1804570303" sldId="268"/>
            <ac:spMk id="13" creationId="{907EF6B7-1338-4443-8C46-6A318D952DFD}"/>
          </ac:spMkLst>
        </pc:spChg>
        <pc:spChg chg="add">
          <ac:chgData name="bsce22004" userId="ac659fb8-73a5-4c71-91af-c158e9a820db" providerId="ADAL" clId="{7D7E260D-CA48-4722-A96F-67C11BFCE040}" dt="2025-10-28T21:14:00.398" v="23" actId="26606"/>
          <ac:spMkLst>
            <pc:docMk/>
            <pc:sldMk cId="1804570303" sldId="268"/>
            <ac:spMk id="15" creationId="{DAAE4CDD-124C-4DCF-9584-B6033B545DD5}"/>
          </ac:spMkLst>
        </pc:spChg>
        <pc:spChg chg="add">
          <ac:chgData name="bsce22004" userId="ac659fb8-73a5-4c71-91af-c158e9a820db" providerId="ADAL" clId="{7D7E260D-CA48-4722-A96F-67C11BFCE040}" dt="2025-10-28T21:14:00.398" v="23" actId="26606"/>
          <ac:spMkLst>
            <pc:docMk/>
            <pc:sldMk cId="1804570303" sldId="268"/>
            <ac:spMk id="17" creationId="{081E4A58-353D-44AE-B2FC-2A74E2E400F7}"/>
          </ac:spMkLst>
        </pc:spChg>
      </pc:sldChg>
      <pc:sldChg chg="new del">
        <pc:chgData name="bsce22004" userId="ac659fb8-73a5-4c71-91af-c158e9a820db" providerId="ADAL" clId="{7D7E260D-CA48-4722-A96F-67C11BFCE040}" dt="2025-10-28T21:33:17.315" v="70" actId="47"/>
        <pc:sldMkLst>
          <pc:docMk/>
          <pc:sldMk cId="772656862" sldId="269"/>
        </pc:sldMkLst>
      </pc:sldChg>
      <pc:sldChg chg="addSp modSp new mod setBg">
        <pc:chgData name="bsce22004" userId="ac659fb8-73a5-4c71-91af-c158e9a820db" providerId="ADAL" clId="{7D7E260D-CA48-4722-A96F-67C11BFCE040}" dt="2025-10-28T21:55:44.940" v="228" actId="26606"/>
        <pc:sldMkLst>
          <pc:docMk/>
          <pc:sldMk cId="2308519717" sldId="270"/>
        </pc:sldMkLst>
        <pc:spChg chg="mod">
          <ac:chgData name="bsce22004" userId="ac659fb8-73a5-4c71-91af-c158e9a820db" providerId="ADAL" clId="{7D7E260D-CA48-4722-A96F-67C11BFCE040}" dt="2025-10-28T21:55:44.940" v="228" actId="26606"/>
          <ac:spMkLst>
            <pc:docMk/>
            <pc:sldMk cId="2308519717" sldId="270"/>
            <ac:spMk id="2" creationId="{EDD1FF30-6EC6-C26A-E818-37DE283957F3}"/>
          </ac:spMkLst>
        </pc:spChg>
        <pc:spChg chg="mod">
          <ac:chgData name="bsce22004" userId="ac659fb8-73a5-4c71-91af-c158e9a820db" providerId="ADAL" clId="{7D7E260D-CA48-4722-A96F-67C11BFCE040}" dt="2025-10-28T21:55:44.940" v="228" actId="26606"/>
          <ac:spMkLst>
            <pc:docMk/>
            <pc:sldMk cId="2308519717" sldId="270"/>
            <ac:spMk id="3" creationId="{A5985320-2D87-46F9-B91E-36A00CB1CAA6}"/>
          </ac:spMkLst>
        </pc:spChg>
        <pc:spChg chg="add">
          <ac:chgData name="bsce22004" userId="ac659fb8-73a5-4c71-91af-c158e9a820db" providerId="ADAL" clId="{7D7E260D-CA48-4722-A96F-67C11BFCE040}" dt="2025-10-28T21:55:44.940" v="228" actId="26606"/>
          <ac:spMkLst>
            <pc:docMk/>
            <pc:sldMk cId="2308519717" sldId="270"/>
            <ac:spMk id="8" creationId="{1BB867FF-FC45-48F7-8104-F89BE54909F1}"/>
          </ac:spMkLst>
        </pc:spChg>
        <pc:spChg chg="add">
          <ac:chgData name="bsce22004" userId="ac659fb8-73a5-4c71-91af-c158e9a820db" providerId="ADAL" clId="{7D7E260D-CA48-4722-A96F-67C11BFCE040}" dt="2025-10-28T21:55:44.940" v="228" actId="26606"/>
          <ac:spMkLst>
            <pc:docMk/>
            <pc:sldMk cId="2308519717" sldId="270"/>
            <ac:spMk id="10" creationId="{8BB56887-D0D5-4F0C-9E19-7247EB83C8B7}"/>
          </ac:spMkLst>
        </pc:spChg>
        <pc:spChg chg="add">
          <ac:chgData name="bsce22004" userId="ac659fb8-73a5-4c71-91af-c158e9a820db" providerId="ADAL" clId="{7D7E260D-CA48-4722-A96F-67C11BFCE040}" dt="2025-10-28T21:55:44.940" v="228" actId="26606"/>
          <ac:spMkLst>
            <pc:docMk/>
            <pc:sldMk cId="2308519717" sldId="270"/>
            <ac:spMk id="12" creationId="{081E4A58-353D-44AE-B2FC-2A74E2E400F7}"/>
          </ac:spMkLst>
        </pc:spChg>
      </pc:sldChg>
      <pc:sldChg chg="addSp delSp modSp new mod setBg">
        <pc:chgData name="bsce22004" userId="ac659fb8-73a5-4c71-91af-c158e9a820db" providerId="ADAL" clId="{7D7E260D-CA48-4722-A96F-67C11BFCE040}" dt="2025-10-28T21:56:00.633" v="229" actId="26606"/>
        <pc:sldMkLst>
          <pc:docMk/>
          <pc:sldMk cId="2139295467" sldId="271"/>
        </pc:sldMkLst>
        <pc:spChg chg="mod">
          <ac:chgData name="bsce22004" userId="ac659fb8-73a5-4c71-91af-c158e9a820db" providerId="ADAL" clId="{7D7E260D-CA48-4722-A96F-67C11BFCE040}" dt="2025-10-28T21:56:00.633" v="229" actId="26606"/>
          <ac:spMkLst>
            <pc:docMk/>
            <pc:sldMk cId="2139295467" sldId="271"/>
            <ac:spMk id="2" creationId="{09D5E733-9344-AE49-D3DA-46DF20D1697A}"/>
          </ac:spMkLst>
        </pc:spChg>
        <pc:spChg chg="del">
          <ac:chgData name="bsce22004" userId="ac659fb8-73a5-4c71-91af-c158e9a820db" providerId="ADAL" clId="{7D7E260D-CA48-4722-A96F-67C11BFCE040}" dt="2025-10-28T21:55:23.932" v="227" actId="478"/>
          <ac:spMkLst>
            <pc:docMk/>
            <pc:sldMk cId="2139295467" sldId="271"/>
            <ac:spMk id="3" creationId="{4714370A-E1D4-EE03-C55D-0DDDB9F393A8}"/>
          </ac:spMkLst>
        </pc:spChg>
        <pc:spChg chg="add">
          <ac:chgData name="bsce22004" userId="ac659fb8-73a5-4c71-91af-c158e9a820db" providerId="ADAL" clId="{7D7E260D-CA48-4722-A96F-67C11BFCE040}" dt="2025-10-28T21:56:00.633" v="229" actId="26606"/>
          <ac:spMkLst>
            <pc:docMk/>
            <pc:sldMk cId="2139295467" sldId="271"/>
            <ac:spMk id="8" creationId="{676A1B86-DC99-46B9-B5AA-A7E928EA9CF7}"/>
          </ac:spMkLst>
        </pc:spChg>
        <pc:spChg chg="add">
          <ac:chgData name="bsce22004" userId="ac659fb8-73a5-4c71-91af-c158e9a820db" providerId="ADAL" clId="{7D7E260D-CA48-4722-A96F-67C11BFCE040}" dt="2025-10-28T21:56:00.633" v="229" actId="26606"/>
          <ac:spMkLst>
            <pc:docMk/>
            <pc:sldMk cId="2139295467" sldId="271"/>
            <ac:spMk id="10" creationId="{E9304FFE-74E9-4316-B822-F35A685E2D09}"/>
          </ac:spMkLst>
        </pc:spChg>
        <pc:picChg chg="add">
          <ac:chgData name="bsce22004" userId="ac659fb8-73a5-4c71-91af-c158e9a820db" providerId="ADAL" clId="{7D7E260D-CA48-4722-A96F-67C11BFCE040}" dt="2025-10-28T21:56:00.633" v="229" actId="26606"/>
          <ac:picMkLst>
            <pc:docMk/>
            <pc:sldMk cId="2139295467" sldId="271"/>
            <ac:picMk id="4" creationId="{1316382B-4718-5EE2-104D-3BE71A519BC4}"/>
          </ac:picMkLst>
        </pc:picChg>
      </pc:sldChg>
      <pc:sldChg chg="new del">
        <pc:chgData name="bsce22004" userId="ac659fb8-73a5-4c71-91af-c158e9a820db" providerId="ADAL" clId="{7D7E260D-CA48-4722-A96F-67C11BFCE040}" dt="2025-10-28T21:36:30.336" v="72" actId="47"/>
        <pc:sldMkLst>
          <pc:docMk/>
          <pc:sldMk cId="3598376042" sldId="271"/>
        </pc:sldMkLst>
      </pc:sldChg>
      <pc:sldChg chg="addSp delSp modSp new mod setBg">
        <pc:chgData name="bsce22004" userId="ac659fb8-73a5-4c71-91af-c158e9a820db" providerId="ADAL" clId="{7D7E260D-CA48-4722-A96F-67C11BFCE040}" dt="2025-10-28T22:13:02.919" v="290" actId="26606"/>
        <pc:sldMkLst>
          <pc:docMk/>
          <pc:sldMk cId="2091134902" sldId="272"/>
        </pc:sldMkLst>
        <pc:spChg chg="mod">
          <ac:chgData name="bsce22004" userId="ac659fb8-73a5-4c71-91af-c158e9a820db" providerId="ADAL" clId="{7D7E260D-CA48-4722-A96F-67C11BFCE040}" dt="2025-10-28T22:13:02.919" v="290" actId="26606"/>
          <ac:spMkLst>
            <pc:docMk/>
            <pc:sldMk cId="2091134902" sldId="272"/>
            <ac:spMk id="2" creationId="{E97F69C3-82CF-25C3-DD1A-9D9C7264372E}"/>
          </ac:spMkLst>
        </pc:spChg>
        <pc:spChg chg="mod">
          <ac:chgData name="bsce22004" userId="ac659fb8-73a5-4c71-91af-c158e9a820db" providerId="ADAL" clId="{7D7E260D-CA48-4722-A96F-67C11BFCE040}" dt="2025-10-28T22:13:02.919" v="290" actId="26606"/>
          <ac:spMkLst>
            <pc:docMk/>
            <pc:sldMk cId="2091134902" sldId="272"/>
            <ac:spMk id="3" creationId="{3BAEED8A-7D5E-087E-0427-5432973B83B4}"/>
          </ac:spMkLst>
        </pc:spChg>
        <pc:spChg chg="add">
          <ac:chgData name="bsce22004" userId="ac659fb8-73a5-4c71-91af-c158e9a820db" providerId="ADAL" clId="{7D7E260D-CA48-4722-A96F-67C11BFCE040}" dt="2025-10-28T21:37:07.566" v="77"/>
          <ac:spMkLst>
            <pc:docMk/>
            <pc:sldMk cId="2091134902" sldId="272"/>
            <ac:spMk id="4" creationId="{E9FA68AD-427E-DC76-C85E-1EBA0418B30A}"/>
          </ac:spMkLst>
        </pc:spChg>
        <pc:spChg chg="add">
          <ac:chgData name="bsce22004" userId="ac659fb8-73a5-4c71-91af-c158e9a820db" providerId="ADAL" clId="{7D7E260D-CA48-4722-A96F-67C11BFCE040}" dt="2025-10-28T21:37:07.566" v="77"/>
          <ac:spMkLst>
            <pc:docMk/>
            <pc:sldMk cId="2091134902" sldId="272"/>
            <ac:spMk id="5" creationId="{5BE7BFA3-5585-E5AA-7DE2-7BB852DA99B1}"/>
          </ac:spMkLst>
        </pc:spChg>
        <pc:spChg chg="add">
          <ac:chgData name="bsce22004" userId="ac659fb8-73a5-4c71-91af-c158e9a820db" providerId="ADAL" clId="{7D7E260D-CA48-4722-A96F-67C11BFCE040}" dt="2025-10-28T21:37:07.566" v="77"/>
          <ac:spMkLst>
            <pc:docMk/>
            <pc:sldMk cId="2091134902" sldId="272"/>
            <ac:spMk id="6" creationId="{F3360647-187C-EF5D-1B46-351AE2815A94}"/>
          </ac:spMkLst>
        </pc:spChg>
        <pc:spChg chg="add del">
          <ac:chgData name="bsce22004" userId="ac659fb8-73a5-4c71-91af-c158e9a820db" providerId="ADAL" clId="{7D7E260D-CA48-4722-A96F-67C11BFCE040}" dt="2025-10-28T22:12:51.221" v="289" actId="26606"/>
          <ac:spMkLst>
            <pc:docMk/>
            <pc:sldMk cId="2091134902" sldId="272"/>
            <ac:spMk id="8" creationId="{C9A36457-A5F4-4103-A443-02581C09185B}"/>
          </ac:spMkLst>
        </pc:spChg>
        <pc:spChg chg="add del">
          <ac:chgData name="bsce22004" userId="ac659fb8-73a5-4c71-91af-c158e9a820db" providerId="ADAL" clId="{7D7E260D-CA48-4722-A96F-67C11BFCE040}" dt="2025-10-28T22:12:51.221" v="289" actId="26606"/>
          <ac:spMkLst>
            <pc:docMk/>
            <pc:sldMk cId="2091134902" sldId="272"/>
            <ac:spMk id="10" creationId="{DC5FB7E8-B636-40FA-BE8D-48145C0F5C57}"/>
          </ac:spMkLst>
        </pc:spChg>
        <pc:spChg chg="add del">
          <ac:chgData name="bsce22004" userId="ac659fb8-73a5-4c71-91af-c158e9a820db" providerId="ADAL" clId="{7D7E260D-CA48-4722-A96F-67C11BFCE040}" dt="2025-10-28T22:12:51.221" v="289" actId="26606"/>
          <ac:spMkLst>
            <pc:docMk/>
            <pc:sldMk cId="2091134902" sldId="272"/>
            <ac:spMk id="12" creationId="{142DCE2C-2863-46FA-9BE7-24365A24D9BA}"/>
          </ac:spMkLst>
        </pc:spChg>
        <pc:spChg chg="add del">
          <ac:chgData name="bsce22004" userId="ac659fb8-73a5-4c71-91af-c158e9a820db" providerId="ADAL" clId="{7D7E260D-CA48-4722-A96F-67C11BFCE040}" dt="2025-10-28T22:13:02.919" v="290" actId="26606"/>
          <ac:spMkLst>
            <pc:docMk/>
            <pc:sldMk cId="2091134902" sldId="272"/>
            <ac:spMk id="18" creationId="{9F7D5CDA-D291-4307-BF55-1381FED29634}"/>
          </ac:spMkLst>
        </pc:spChg>
        <pc:spChg chg="add">
          <ac:chgData name="bsce22004" userId="ac659fb8-73a5-4c71-91af-c158e9a820db" providerId="ADAL" clId="{7D7E260D-CA48-4722-A96F-67C11BFCE040}" dt="2025-10-28T22:13:02.919" v="290" actId="26606"/>
          <ac:spMkLst>
            <pc:docMk/>
            <pc:sldMk cId="2091134902" sldId="272"/>
            <ac:spMk id="23" creationId="{45D37F4E-DDB4-456B-97E0-9937730A039F}"/>
          </ac:spMkLst>
        </pc:spChg>
        <pc:spChg chg="add">
          <ac:chgData name="bsce22004" userId="ac659fb8-73a5-4c71-91af-c158e9a820db" providerId="ADAL" clId="{7D7E260D-CA48-4722-A96F-67C11BFCE040}" dt="2025-10-28T22:13:02.919" v="290" actId="26606"/>
          <ac:spMkLst>
            <pc:docMk/>
            <pc:sldMk cId="2091134902" sldId="272"/>
            <ac:spMk id="25" creationId="{B2DD41CD-8F47-4F56-AD12-4E2FF7696987}"/>
          </ac:spMkLst>
        </pc:spChg>
        <pc:picChg chg="add mod">
          <ac:chgData name="bsce22004" userId="ac659fb8-73a5-4c71-91af-c158e9a820db" providerId="ADAL" clId="{7D7E260D-CA48-4722-A96F-67C11BFCE040}" dt="2025-10-28T22:13:02.919" v="290" actId="26606"/>
          <ac:picMkLst>
            <pc:docMk/>
            <pc:sldMk cId="2091134902" sldId="272"/>
            <ac:picMk id="14" creationId="{E954DB7A-C98A-810A-DDEE-580F77538E8D}"/>
          </ac:picMkLst>
        </pc:picChg>
      </pc:sldChg>
      <pc:sldChg chg="addSp delSp modSp new mod setBg">
        <pc:chgData name="bsce22004" userId="ac659fb8-73a5-4c71-91af-c158e9a820db" providerId="ADAL" clId="{7D7E260D-CA48-4722-A96F-67C11BFCE040}" dt="2025-10-28T22:13:23.240" v="292" actId="26606"/>
        <pc:sldMkLst>
          <pc:docMk/>
          <pc:sldMk cId="974963320" sldId="273"/>
        </pc:sldMkLst>
        <pc:spChg chg="mod">
          <ac:chgData name="bsce22004" userId="ac659fb8-73a5-4c71-91af-c158e9a820db" providerId="ADAL" clId="{7D7E260D-CA48-4722-A96F-67C11BFCE040}" dt="2025-10-28T22:13:23.240" v="292" actId="26606"/>
          <ac:spMkLst>
            <pc:docMk/>
            <pc:sldMk cId="974963320" sldId="273"/>
            <ac:spMk id="2" creationId="{DE3327DE-9EE4-EE01-F007-B4B7E5F79FD2}"/>
          </ac:spMkLst>
        </pc:spChg>
        <pc:spChg chg="del">
          <ac:chgData name="bsce22004" userId="ac659fb8-73a5-4c71-91af-c158e9a820db" providerId="ADAL" clId="{7D7E260D-CA48-4722-A96F-67C11BFCE040}" dt="2025-10-28T21:40:09.306" v="93"/>
          <ac:spMkLst>
            <pc:docMk/>
            <pc:sldMk cId="974963320" sldId="273"/>
            <ac:spMk id="3" creationId="{A133FD9A-F5F7-C7DD-6E72-17BB9673DC68}"/>
          </ac:spMkLst>
        </pc:spChg>
        <pc:spChg chg="add mod">
          <ac:chgData name="bsce22004" userId="ac659fb8-73a5-4c71-91af-c158e9a820db" providerId="ADAL" clId="{7D7E260D-CA48-4722-A96F-67C11BFCE040}" dt="2025-10-28T22:13:23.240" v="292" actId="26606"/>
          <ac:spMkLst>
            <pc:docMk/>
            <pc:sldMk cId="974963320" sldId="273"/>
            <ac:spMk id="4" creationId="{56F950E7-57E6-7163-2383-9D01C79401C2}"/>
          </ac:spMkLst>
        </pc:spChg>
        <pc:spChg chg="add del">
          <ac:chgData name="bsce22004" userId="ac659fb8-73a5-4c71-91af-c158e9a820db" providerId="ADAL" clId="{7D7E260D-CA48-4722-A96F-67C11BFCE040}" dt="2025-10-28T22:13:13.922" v="291" actId="26606"/>
          <ac:spMkLst>
            <pc:docMk/>
            <pc:sldMk cId="974963320" sldId="273"/>
            <ac:spMk id="9" creationId="{1BB867FF-FC45-48F7-8104-F89BE54909F1}"/>
          </ac:spMkLst>
        </pc:spChg>
        <pc:spChg chg="add del">
          <ac:chgData name="bsce22004" userId="ac659fb8-73a5-4c71-91af-c158e9a820db" providerId="ADAL" clId="{7D7E260D-CA48-4722-A96F-67C11BFCE040}" dt="2025-10-28T22:13:13.922" v="291" actId="26606"/>
          <ac:spMkLst>
            <pc:docMk/>
            <pc:sldMk cId="974963320" sldId="273"/>
            <ac:spMk id="11" creationId="{8BB56887-D0D5-4F0C-9E19-7247EB83C8B7}"/>
          </ac:spMkLst>
        </pc:spChg>
        <pc:spChg chg="add del">
          <ac:chgData name="bsce22004" userId="ac659fb8-73a5-4c71-91af-c158e9a820db" providerId="ADAL" clId="{7D7E260D-CA48-4722-A96F-67C11BFCE040}" dt="2025-10-28T22:13:13.922" v="291" actId="26606"/>
          <ac:spMkLst>
            <pc:docMk/>
            <pc:sldMk cId="974963320" sldId="273"/>
            <ac:spMk id="13" creationId="{081E4A58-353D-44AE-B2FC-2A74E2E400F7}"/>
          </ac:spMkLst>
        </pc:spChg>
        <pc:spChg chg="add del">
          <ac:chgData name="bsce22004" userId="ac659fb8-73a5-4c71-91af-c158e9a820db" providerId="ADAL" clId="{7D7E260D-CA48-4722-A96F-67C11BFCE040}" dt="2025-10-28T22:13:23.240" v="292" actId="26606"/>
          <ac:spMkLst>
            <pc:docMk/>
            <pc:sldMk cId="974963320" sldId="273"/>
            <ac:spMk id="19" creationId="{2C61293E-6EBE-43EF-A52C-9BEBFD7679D4}"/>
          </ac:spMkLst>
        </pc:spChg>
        <pc:spChg chg="add del">
          <ac:chgData name="bsce22004" userId="ac659fb8-73a5-4c71-91af-c158e9a820db" providerId="ADAL" clId="{7D7E260D-CA48-4722-A96F-67C11BFCE040}" dt="2025-10-28T22:13:23.240" v="292" actId="26606"/>
          <ac:spMkLst>
            <pc:docMk/>
            <pc:sldMk cId="974963320" sldId="273"/>
            <ac:spMk id="21" creationId="{21540236-BFD5-4A9D-8840-4703E7F76825}"/>
          </ac:spMkLst>
        </pc:spChg>
        <pc:spChg chg="add">
          <ac:chgData name="bsce22004" userId="ac659fb8-73a5-4c71-91af-c158e9a820db" providerId="ADAL" clId="{7D7E260D-CA48-4722-A96F-67C11BFCE040}" dt="2025-10-28T22:13:23.240" v="292" actId="26606"/>
          <ac:spMkLst>
            <pc:docMk/>
            <pc:sldMk cId="974963320" sldId="273"/>
            <ac:spMk id="26" creationId="{45D37F4E-DDB4-456B-97E0-9937730A039F}"/>
          </ac:spMkLst>
        </pc:spChg>
        <pc:spChg chg="add">
          <ac:chgData name="bsce22004" userId="ac659fb8-73a5-4c71-91af-c158e9a820db" providerId="ADAL" clId="{7D7E260D-CA48-4722-A96F-67C11BFCE040}" dt="2025-10-28T22:13:23.240" v="292" actId="26606"/>
          <ac:spMkLst>
            <pc:docMk/>
            <pc:sldMk cId="974963320" sldId="273"/>
            <ac:spMk id="28" creationId="{B2DD41CD-8F47-4F56-AD12-4E2FF7696987}"/>
          </ac:spMkLst>
        </pc:spChg>
        <pc:picChg chg="add mod ord">
          <ac:chgData name="bsce22004" userId="ac659fb8-73a5-4c71-91af-c158e9a820db" providerId="ADAL" clId="{7D7E260D-CA48-4722-A96F-67C11BFCE040}" dt="2025-10-28T22:13:23.240" v="292" actId="26606"/>
          <ac:picMkLst>
            <pc:docMk/>
            <pc:sldMk cId="974963320" sldId="273"/>
            <ac:picMk id="15" creationId="{A257ABB7-A4C1-C5BC-0208-903E25BD9711}"/>
          </ac:picMkLst>
        </pc:picChg>
      </pc:sldChg>
      <pc:sldChg chg="addSp delSp modSp new mod setBg">
        <pc:chgData name="bsce22004" userId="ac659fb8-73a5-4c71-91af-c158e9a820db" providerId="ADAL" clId="{7D7E260D-CA48-4722-A96F-67C11BFCE040}" dt="2025-10-28T22:14:06.511" v="293" actId="26606"/>
        <pc:sldMkLst>
          <pc:docMk/>
          <pc:sldMk cId="3876701765" sldId="274"/>
        </pc:sldMkLst>
        <pc:spChg chg="mod">
          <ac:chgData name="bsce22004" userId="ac659fb8-73a5-4c71-91af-c158e9a820db" providerId="ADAL" clId="{7D7E260D-CA48-4722-A96F-67C11BFCE040}" dt="2025-10-28T22:14:06.511" v="293" actId="26606"/>
          <ac:spMkLst>
            <pc:docMk/>
            <pc:sldMk cId="3876701765" sldId="274"/>
            <ac:spMk id="2" creationId="{C7BE97A9-E099-BD76-BA52-34CF1B1FBCE6}"/>
          </ac:spMkLst>
        </pc:spChg>
        <pc:spChg chg="del mod">
          <ac:chgData name="bsce22004" userId="ac659fb8-73a5-4c71-91af-c158e9a820db" providerId="ADAL" clId="{7D7E260D-CA48-4722-A96F-67C11BFCE040}" dt="2025-10-28T22:14:06.511" v="293" actId="26606"/>
          <ac:spMkLst>
            <pc:docMk/>
            <pc:sldMk cId="3876701765" sldId="274"/>
            <ac:spMk id="3" creationId="{91659FD5-2FE9-E834-043B-5C49367B0CF9}"/>
          </ac:spMkLst>
        </pc:spChg>
        <pc:spChg chg="add">
          <ac:chgData name="bsce22004" userId="ac659fb8-73a5-4c71-91af-c158e9a820db" providerId="ADAL" clId="{7D7E260D-CA48-4722-A96F-67C11BFCE040}" dt="2025-10-28T22:14:06.511" v="293" actId="26606"/>
          <ac:spMkLst>
            <pc:docMk/>
            <pc:sldMk cId="3876701765" sldId="274"/>
            <ac:spMk id="10" creationId="{B50AB553-2A96-4A92-96F2-93548E096954}"/>
          </ac:spMkLst>
        </pc:spChg>
        <pc:graphicFrameChg chg="add">
          <ac:chgData name="bsce22004" userId="ac659fb8-73a5-4c71-91af-c158e9a820db" providerId="ADAL" clId="{7D7E260D-CA48-4722-A96F-67C11BFCE040}" dt="2025-10-28T22:14:06.511" v="293" actId="26606"/>
          <ac:graphicFrameMkLst>
            <pc:docMk/>
            <pc:sldMk cId="3876701765" sldId="274"/>
            <ac:graphicFrameMk id="5" creationId="{17C25019-EA2F-4A92-5E33-0C94FD308F49}"/>
          </ac:graphicFrameMkLst>
        </pc:graphicFrameChg>
        <pc:picChg chg="add">
          <ac:chgData name="bsce22004" userId="ac659fb8-73a5-4c71-91af-c158e9a820db" providerId="ADAL" clId="{7D7E260D-CA48-4722-A96F-67C11BFCE040}" dt="2025-10-28T22:14:06.511" v="293" actId="26606"/>
          <ac:picMkLst>
            <pc:docMk/>
            <pc:sldMk cId="3876701765" sldId="274"/>
            <ac:picMk id="6" creationId="{7E45526D-C7F9-01FF-E18A-BAC4510E215E}"/>
          </ac:picMkLst>
        </pc:picChg>
      </pc:sldChg>
      <pc:sldChg chg="new del">
        <pc:chgData name="bsce22004" userId="ac659fb8-73a5-4c71-91af-c158e9a820db" providerId="ADAL" clId="{7D7E260D-CA48-4722-A96F-67C11BFCE040}" dt="2025-10-28T21:43:48.486" v="149" actId="47"/>
        <pc:sldMkLst>
          <pc:docMk/>
          <pc:sldMk cId="176186510" sldId="275"/>
        </pc:sldMkLst>
      </pc:sldChg>
      <pc:sldChg chg="addSp delSp modSp new mod setBg">
        <pc:chgData name="bsce22004" userId="ac659fb8-73a5-4c71-91af-c158e9a820db" providerId="ADAL" clId="{7D7E260D-CA48-4722-A96F-67C11BFCE040}" dt="2025-10-28T21:57:00.961" v="241" actId="26606"/>
        <pc:sldMkLst>
          <pc:docMk/>
          <pc:sldMk cId="280565400" sldId="275"/>
        </pc:sldMkLst>
        <pc:spChg chg="mod">
          <ac:chgData name="bsce22004" userId="ac659fb8-73a5-4c71-91af-c158e9a820db" providerId="ADAL" clId="{7D7E260D-CA48-4722-A96F-67C11BFCE040}" dt="2025-10-28T21:57:00.961" v="241" actId="26606"/>
          <ac:spMkLst>
            <pc:docMk/>
            <pc:sldMk cId="280565400" sldId="275"/>
            <ac:spMk id="2" creationId="{EFA11FA9-4DB6-48B7-39FA-A59D4A0519EA}"/>
          </ac:spMkLst>
        </pc:spChg>
        <pc:spChg chg="del">
          <ac:chgData name="bsce22004" userId="ac659fb8-73a5-4c71-91af-c158e9a820db" providerId="ADAL" clId="{7D7E260D-CA48-4722-A96F-67C11BFCE040}" dt="2025-10-28T21:56:53.200" v="240" actId="478"/>
          <ac:spMkLst>
            <pc:docMk/>
            <pc:sldMk cId="280565400" sldId="275"/>
            <ac:spMk id="3" creationId="{97003EB0-F798-3FEF-E361-2B844C96C3F4}"/>
          </ac:spMkLst>
        </pc:spChg>
        <pc:spChg chg="add">
          <ac:chgData name="bsce22004" userId="ac659fb8-73a5-4c71-91af-c158e9a820db" providerId="ADAL" clId="{7D7E260D-CA48-4722-A96F-67C11BFCE040}" dt="2025-10-28T21:57:00.961" v="241" actId="26606"/>
          <ac:spMkLst>
            <pc:docMk/>
            <pc:sldMk cId="280565400" sldId="275"/>
            <ac:spMk id="7" creationId="{943CAA20-3569-4189-9E48-239A229A86CA}"/>
          </ac:spMkLst>
        </pc:spChg>
        <pc:spChg chg="add">
          <ac:chgData name="bsce22004" userId="ac659fb8-73a5-4c71-91af-c158e9a820db" providerId="ADAL" clId="{7D7E260D-CA48-4722-A96F-67C11BFCE040}" dt="2025-10-28T21:57:00.961" v="241" actId="26606"/>
          <ac:spMkLst>
            <pc:docMk/>
            <pc:sldMk cId="280565400" sldId="275"/>
            <ac:spMk id="9" creationId="{DA542B6D-E775-4832-91DC-2D20F857813A}"/>
          </ac:spMkLst>
        </pc:spChg>
      </pc:sldChg>
      <pc:sldChg chg="addSp delSp modSp new mod setBg">
        <pc:chgData name="bsce22004" userId="ac659fb8-73a5-4c71-91af-c158e9a820db" providerId="ADAL" clId="{7D7E260D-CA48-4722-A96F-67C11BFCE040}" dt="2025-10-28T21:57:20.411" v="244" actId="26606"/>
        <pc:sldMkLst>
          <pc:docMk/>
          <pc:sldMk cId="2841817860" sldId="276"/>
        </pc:sldMkLst>
        <pc:spChg chg="mod">
          <ac:chgData name="bsce22004" userId="ac659fb8-73a5-4c71-91af-c158e9a820db" providerId="ADAL" clId="{7D7E260D-CA48-4722-A96F-67C11BFCE040}" dt="2025-10-28T21:57:20.411" v="244" actId="26606"/>
          <ac:spMkLst>
            <pc:docMk/>
            <pc:sldMk cId="2841817860" sldId="276"/>
            <ac:spMk id="2" creationId="{5EF550E4-6C32-DCC6-EB15-EC598D320D0E}"/>
          </ac:spMkLst>
        </pc:spChg>
        <pc:spChg chg="mod">
          <ac:chgData name="bsce22004" userId="ac659fb8-73a5-4c71-91af-c158e9a820db" providerId="ADAL" clId="{7D7E260D-CA48-4722-A96F-67C11BFCE040}" dt="2025-10-28T21:57:20.411" v="244" actId="26606"/>
          <ac:spMkLst>
            <pc:docMk/>
            <pc:sldMk cId="2841817860" sldId="276"/>
            <ac:spMk id="3" creationId="{61D4205F-EB49-E2B2-08B0-93F52E9BDDE4}"/>
          </ac:spMkLst>
        </pc:spChg>
        <pc:spChg chg="add del">
          <ac:chgData name="bsce22004" userId="ac659fb8-73a5-4c71-91af-c158e9a820db" providerId="ADAL" clId="{7D7E260D-CA48-4722-A96F-67C11BFCE040}" dt="2025-10-28T21:57:20.401" v="243" actId="26606"/>
          <ac:spMkLst>
            <pc:docMk/>
            <pc:sldMk cId="2841817860" sldId="276"/>
            <ac:spMk id="8" creationId="{1BB867FF-FC45-48F7-8104-F89BE54909F1}"/>
          </ac:spMkLst>
        </pc:spChg>
        <pc:spChg chg="add del">
          <ac:chgData name="bsce22004" userId="ac659fb8-73a5-4c71-91af-c158e9a820db" providerId="ADAL" clId="{7D7E260D-CA48-4722-A96F-67C11BFCE040}" dt="2025-10-28T21:57:20.401" v="243" actId="26606"/>
          <ac:spMkLst>
            <pc:docMk/>
            <pc:sldMk cId="2841817860" sldId="276"/>
            <ac:spMk id="10" creationId="{8BB56887-D0D5-4F0C-9E19-7247EB83C8B7}"/>
          </ac:spMkLst>
        </pc:spChg>
        <pc:spChg chg="add del">
          <ac:chgData name="bsce22004" userId="ac659fb8-73a5-4c71-91af-c158e9a820db" providerId="ADAL" clId="{7D7E260D-CA48-4722-A96F-67C11BFCE040}" dt="2025-10-28T21:57:20.401" v="243" actId="26606"/>
          <ac:spMkLst>
            <pc:docMk/>
            <pc:sldMk cId="2841817860" sldId="276"/>
            <ac:spMk id="12" creationId="{081E4A58-353D-44AE-B2FC-2A74E2E400F7}"/>
          </ac:spMkLst>
        </pc:spChg>
        <pc:spChg chg="add">
          <ac:chgData name="bsce22004" userId="ac659fb8-73a5-4c71-91af-c158e9a820db" providerId="ADAL" clId="{7D7E260D-CA48-4722-A96F-67C11BFCE040}" dt="2025-10-28T21:57:20.411" v="244" actId="26606"/>
          <ac:spMkLst>
            <pc:docMk/>
            <pc:sldMk cId="2841817860" sldId="276"/>
            <ac:spMk id="14" creationId="{100EDD19-6802-4EC3-95CE-CFFAB042CFD6}"/>
          </ac:spMkLst>
        </pc:spChg>
        <pc:spChg chg="add">
          <ac:chgData name="bsce22004" userId="ac659fb8-73a5-4c71-91af-c158e9a820db" providerId="ADAL" clId="{7D7E260D-CA48-4722-A96F-67C11BFCE040}" dt="2025-10-28T21:57:20.411" v="244" actId="26606"/>
          <ac:spMkLst>
            <pc:docMk/>
            <pc:sldMk cId="2841817860" sldId="276"/>
            <ac:spMk id="15" creationId="{DB17E863-922E-4C26-BD64-E8FD41D28661}"/>
          </ac:spMkLst>
        </pc:spChg>
      </pc:sldChg>
      <pc:sldChg chg="addSp delSp modSp new mod setBg">
        <pc:chgData name="bsce22004" userId="ac659fb8-73a5-4c71-91af-c158e9a820db" providerId="ADAL" clId="{7D7E260D-CA48-4722-A96F-67C11BFCE040}" dt="2025-10-28T21:57:44.181" v="248" actId="26606"/>
        <pc:sldMkLst>
          <pc:docMk/>
          <pc:sldMk cId="1535162668" sldId="277"/>
        </pc:sldMkLst>
        <pc:spChg chg="mod">
          <ac:chgData name="bsce22004" userId="ac659fb8-73a5-4c71-91af-c158e9a820db" providerId="ADAL" clId="{7D7E260D-CA48-4722-A96F-67C11BFCE040}" dt="2025-10-28T21:57:44.181" v="248" actId="26606"/>
          <ac:spMkLst>
            <pc:docMk/>
            <pc:sldMk cId="1535162668" sldId="277"/>
            <ac:spMk id="2" creationId="{0B53A47C-7DF9-FFB4-F5BB-8A347182D393}"/>
          </ac:spMkLst>
        </pc:spChg>
        <pc:spChg chg="del">
          <ac:chgData name="bsce22004" userId="ac659fb8-73a5-4c71-91af-c158e9a820db" providerId="ADAL" clId="{7D7E260D-CA48-4722-A96F-67C11BFCE040}" dt="2025-10-28T21:57:24.650" v="245" actId="478"/>
          <ac:spMkLst>
            <pc:docMk/>
            <pc:sldMk cId="1535162668" sldId="277"/>
            <ac:spMk id="3" creationId="{2D35C225-B7B6-174E-5B22-F2121D9580ED}"/>
          </ac:spMkLst>
        </pc:spChg>
        <pc:spChg chg="add del">
          <ac:chgData name="bsce22004" userId="ac659fb8-73a5-4c71-91af-c158e9a820db" providerId="ADAL" clId="{7D7E260D-CA48-4722-A96F-67C11BFCE040}" dt="2025-10-28T21:57:44.180" v="247" actId="26606"/>
          <ac:spMkLst>
            <pc:docMk/>
            <pc:sldMk cId="1535162668" sldId="277"/>
            <ac:spMk id="7" creationId="{4522B21E-B2B9-4C72-9A71-C87EFD137480}"/>
          </ac:spMkLst>
        </pc:spChg>
        <pc:spChg chg="add del">
          <ac:chgData name="bsce22004" userId="ac659fb8-73a5-4c71-91af-c158e9a820db" providerId="ADAL" clId="{7D7E260D-CA48-4722-A96F-67C11BFCE040}" dt="2025-10-28T21:57:44.180" v="247" actId="26606"/>
          <ac:spMkLst>
            <pc:docMk/>
            <pc:sldMk cId="1535162668" sldId="277"/>
            <ac:spMk id="9" creationId="{5EB7D2A2-F448-44D4-938C-DC84CBCB3B1E}"/>
          </ac:spMkLst>
        </pc:spChg>
        <pc:spChg chg="add del">
          <ac:chgData name="bsce22004" userId="ac659fb8-73a5-4c71-91af-c158e9a820db" providerId="ADAL" clId="{7D7E260D-CA48-4722-A96F-67C11BFCE040}" dt="2025-10-28T21:57:44.180" v="247" actId="26606"/>
          <ac:spMkLst>
            <pc:docMk/>
            <pc:sldMk cId="1535162668" sldId="277"/>
            <ac:spMk id="11" creationId="{871AEA07-1E14-44B4-8E55-64EF049CD66F}"/>
          </ac:spMkLst>
        </pc:spChg>
        <pc:spChg chg="add">
          <ac:chgData name="bsce22004" userId="ac659fb8-73a5-4c71-91af-c158e9a820db" providerId="ADAL" clId="{7D7E260D-CA48-4722-A96F-67C11BFCE040}" dt="2025-10-28T21:57:44.181" v="248" actId="26606"/>
          <ac:spMkLst>
            <pc:docMk/>
            <pc:sldMk cId="1535162668" sldId="277"/>
            <ac:spMk id="15" creationId="{1ACA2EA0-FFD3-42EC-9406-B595015ED96E}"/>
          </ac:spMkLst>
        </pc:spChg>
        <pc:spChg chg="add">
          <ac:chgData name="bsce22004" userId="ac659fb8-73a5-4c71-91af-c158e9a820db" providerId="ADAL" clId="{7D7E260D-CA48-4722-A96F-67C11BFCE040}" dt="2025-10-28T21:57:44.181" v="248" actId="26606"/>
          <ac:spMkLst>
            <pc:docMk/>
            <pc:sldMk cId="1535162668" sldId="277"/>
            <ac:spMk id="16" creationId="{D5288BCE-665C-472A-8C43-664BCFA31E43}"/>
          </ac:spMkLst>
        </pc:spChg>
        <pc:spChg chg="add">
          <ac:chgData name="bsce22004" userId="ac659fb8-73a5-4c71-91af-c158e9a820db" providerId="ADAL" clId="{7D7E260D-CA48-4722-A96F-67C11BFCE040}" dt="2025-10-28T21:57:44.181" v="248" actId="26606"/>
          <ac:spMkLst>
            <pc:docMk/>
            <pc:sldMk cId="1535162668" sldId="277"/>
            <ac:spMk id="17" creationId="{46C57131-53A7-4C1A-BEA8-25F06A06AD29}"/>
          </ac:spMkLst>
        </pc:spChg>
        <pc:cxnChg chg="add del">
          <ac:chgData name="bsce22004" userId="ac659fb8-73a5-4c71-91af-c158e9a820db" providerId="ADAL" clId="{7D7E260D-CA48-4722-A96F-67C11BFCE040}" dt="2025-10-28T21:57:44.180" v="247" actId="26606"/>
          <ac:cxnSpMkLst>
            <pc:docMk/>
            <pc:sldMk cId="1535162668" sldId="277"/>
            <ac:cxnSpMk id="13" creationId="{F7C8EA93-3210-4C62-99E9-153C275E3A87}"/>
          </ac:cxnSpMkLst>
        </pc:cxnChg>
      </pc:sldChg>
      <pc:sldChg chg="new del">
        <pc:chgData name="bsce22004" userId="ac659fb8-73a5-4c71-91af-c158e9a820db" providerId="ADAL" clId="{7D7E260D-CA48-4722-A96F-67C11BFCE040}" dt="2025-10-28T21:49:55.200" v="172" actId="47"/>
        <pc:sldMkLst>
          <pc:docMk/>
          <pc:sldMk cId="4132780260" sldId="277"/>
        </pc:sldMkLst>
      </pc:sldChg>
      <pc:sldChg chg="addSp modSp new mod setBg">
        <pc:chgData name="bsce22004" userId="ac659fb8-73a5-4c71-91af-c158e9a820db" providerId="ADAL" clId="{7D7E260D-CA48-4722-A96F-67C11BFCE040}" dt="2025-10-28T21:57:49.330" v="249" actId="26606"/>
        <pc:sldMkLst>
          <pc:docMk/>
          <pc:sldMk cId="2767437028" sldId="278"/>
        </pc:sldMkLst>
        <pc:spChg chg="mod">
          <ac:chgData name="bsce22004" userId="ac659fb8-73a5-4c71-91af-c158e9a820db" providerId="ADAL" clId="{7D7E260D-CA48-4722-A96F-67C11BFCE040}" dt="2025-10-28T21:57:49.330" v="249" actId="26606"/>
          <ac:spMkLst>
            <pc:docMk/>
            <pc:sldMk cId="2767437028" sldId="278"/>
            <ac:spMk id="2" creationId="{87053980-A216-265C-3C51-4911F0D29F51}"/>
          </ac:spMkLst>
        </pc:spChg>
        <pc:spChg chg="mod">
          <ac:chgData name="bsce22004" userId="ac659fb8-73a5-4c71-91af-c158e9a820db" providerId="ADAL" clId="{7D7E260D-CA48-4722-A96F-67C11BFCE040}" dt="2025-10-28T21:57:49.330" v="249" actId="26606"/>
          <ac:spMkLst>
            <pc:docMk/>
            <pc:sldMk cId="2767437028" sldId="278"/>
            <ac:spMk id="3" creationId="{83E33676-834B-7325-9DDB-0317029CE7D9}"/>
          </ac:spMkLst>
        </pc:spChg>
        <pc:spChg chg="add">
          <ac:chgData name="bsce22004" userId="ac659fb8-73a5-4c71-91af-c158e9a820db" providerId="ADAL" clId="{7D7E260D-CA48-4722-A96F-67C11BFCE040}" dt="2025-10-28T21:57:49.330" v="249" actId="26606"/>
          <ac:spMkLst>
            <pc:docMk/>
            <pc:sldMk cId="2767437028" sldId="278"/>
            <ac:spMk id="8" creationId="{100EDD19-6802-4EC3-95CE-CFFAB042CFD6}"/>
          </ac:spMkLst>
        </pc:spChg>
        <pc:spChg chg="add">
          <ac:chgData name="bsce22004" userId="ac659fb8-73a5-4c71-91af-c158e9a820db" providerId="ADAL" clId="{7D7E260D-CA48-4722-A96F-67C11BFCE040}" dt="2025-10-28T21:57:49.330" v="249" actId="26606"/>
          <ac:spMkLst>
            <pc:docMk/>
            <pc:sldMk cId="2767437028" sldId="278"/>
            <ac:spMk id="10" creationId="{DB17E863-922E-4C26-BD64-E8FD41D28661}"/>
          </ac:spMkLst>
        </pc:spChg>
      </pc:sldChg>
      <pc:sldChg chg="new del">
        <pc:chgData name="bsce22004" userId="ac659fb8-73a5-4c71-91af-c158e9a820db" providerId="ADAL" clId="{7D7E260D-CA48-4722-A96F-67C11BFCE040}" dt="2025-10-28T21:50:11.851" v="194" actId="47"/>
        <pc:sldMkLst>
          <pc:docMk/>
          <pc:sldMk cId="3956586937" sldId="278"/>
        </pc:sldMkLst>
      </pc:sldChg>
      <pc:sldChg chg="addSp delSp modSp new mod setBg">
        <pc:chgData name="bsce22004" userId="ac659fb8-73a5-4c71-91af-c158e9a820db" providerId="ADAL" clId="{7D7E260D-CA48-4722-A96F-67C11BFCE040}" dt="2025-10-28T21:57:55.331" v="250" actId="26606"/>
        <pc:sldMkLst>
          <pc:docMk/>
          <pc:sldMk cId="2454694936" sldId="279"/>
        </pc:sldMkLst>
        <pc:spChg chg="mod">
          <ac:chgData name="bsce22004" userId="ac659fb8-73a5-4c71-91af-c158e9a820db" providerId="ADAL" clId="{7D7E260D-CA48-4722-A96F-67C11BFCE040}" dt="2025-10-28T21:57:55.331" v="250" actId="26606"/>
          <ac:spMkLst>
            <pc:docMk/>
            <pc:sldMk cId="2454694936" sldId="279"/>
            <ac:spMk id="2" creationId="{C79408C4-B971-060D-62EE-4CD7FECB4826}"/>
          </ac:spMkLst>
        </pc:spChg>
        <pc:spChg chg="del">
          <ac:chgData name="bsce22004" userId="ac659fb8-73a5-4c71-91af-c158e9a820db" providerId="ADAL" clId="{7D7E260D-CA48-4722-A96F-67C11BFCE040}" dt="2025-10-28T21:53:30.410" v="212"/>
          <ac:spMkLst>
            <pc:docMk/>
            <pc:sldMk cId="2454694936" sldId="279"/>
            <ac:spMk id="3" creationId="{D5E2B20F-4257-28FB-7A9C-C47914AF825F}"/>
          </ac:spMkLst>
        </pc:spChg>
        <pc:spChg chg="add mod">
          <ac:chgData name="bsce22004" userId="ac659fb8-73a5-4c71-91af-c158e9a820db" providerId="ADAL" clId="{7D7E260D-CA48-4722-A96F-67C11BFCE040}" dt="2025-10-28T21:57:55.331" v="250" actId="26606"/>
          <ac:spMkLst>
            <pc:docMk/>
            <pc:sldMk cId="2454694936" sldId="279"/>
            <ac:spMk id="4" creationId="{2C54498E-56D4-312D-AE76-B6E2CB2824A8}"/>
          </ac:spMkLst>
        </pc:spChg>
        <pc:spChg chg="add">
          <ac:chgData name="bsce22004" userId="ac659fb8-73a5-4c71-91af-c158e9a820db" providerId="ADAL" clId="{7D7E260D-CA48-4722-A96F-67C11BFCE040}" dt="2025-10-28T21:57:55.331" v="250" actId="26606"/>
          <ac:spMkLst>
            <pc:docMk/>
            <pc:sldMk cId="2454694936" sldId="279"/>
            <ac:spMk id="9" creationId="{100EDD19-6802-4EC3-95CE-CFFAB042CFD6}"/>
          </ac:spMkLst>
        </pc:spChg>
        <pc:spChg chg="add">
          <ac:chgData name="bsce22004" userId="ac659fb8-73a5-4c71-91af-c158e9a820db" providerId="ADAL" clId="{7D7E260D-CA48-4722-A96F-67C11BFCE040}" dt="2025-10-28T21:57:55.331" v="250" actId="26606"/>
          <ac:spMkLst>
            <pc:docMk/>
            <pc:sldMk cId="2454694936" sldId="279"/>
            <ac:spMk id="11" creationId="{DB17E863-922E-4C26-BD64-E8FD41D28661}"/>
          </ac:spMkLst>
        </pc:spChg>
      </pc:sldChg>
      <pc:sldChg chg="new del">
        <pc:chgData name="bsce22004" userId="ac659fb8-73a5-4c71-91af-c158e9a820db" providerId="ADAL" clId="{7D7E260D-CA48-4722-A96F-67C11BFCE040}" dt="2025-10-28T21:55:02.354" v="226" actId="47"/>
        <pc:sldMkLst>
          <pc:docMk/>
          <pc:sldMk cId="1687474862" sldId="280"/>
        </pc:sldMkLst>
      </pc:sldChg>
      <pc:sldChg chg="addSp delSp modSp new mod setBg">
        <pc:chgData name="bsce22004" userId="ac659fb8-73a5-4c71-91af-c158e9a820db" providerId="ADAL" clId="{7D7E260D-CA48-4722-A96F-67C11BFCE040}" dt="2025-10-28T22:01:21.320" v="256" actId="26606"/>
        <pc:sldMkLst>
          <pc:docMk/>
          <pc:sldMk cId="3552775243" sldId="280"/>
        </pc:sldMkLst>
        <pc:spChg chg="mod">
          <ac:chgData name="bsce22004" userId="ac659fb8-73a5-4c71-91af-c158e9a820db" providerId="ADAL" clId="{7D7E260D-CA48-4722-A96F-67C11BFCE040}" dt="2025-10-28T22:01:21.320" v="256" actId="26606"/>
          <ac:spMkLst>
            <pc:docMk/>
            <pc:sldMk cId="3552775243" sldId="280"/>
            <ac:spMk id="2" creationId="{D1184346-0BB1-168B-B490-8D0EF55ADC72}"/>
          </ac:spMkLst>
        </pc:spChg>
        <pc:spChg chg="del">
          <ac:chgData name="bsce22004" userId="ac659fb8-73a5-4c71-91af-c158e9a820db" providerId="ADAL" clId="{7D7E260D-CA48-4722-A96F-67C11BFCE040}" dt="2025-10-28T22:00:51.698" v="255" actId="478"/>
          <ac:spMkLst>
            <pc:docMk/>
            <pc:sldMk cId="3552775243" sldId="280"/>
            <ac:spMk id="3" creationId="{247F00AB-8617-AD6B-83BE-FE30AB6F53F3}"/>
          </ac:spMkLst>
        </pc:spChg>
        <pc:spChg chg="add">
          <ac:chgData name="bsce22004" userId="ac659fb8-73a5-4c71-91af-c158e9a820db" providerId="ADAL" clId="{7D7E260D-CA48-4722-A96F-67C11BFCE040}" dt="2025-10-28T22:01:21.320" v="256" actId="26606"/>
          <ac:spMkLst>
            <pc:docMk/>
            <pc:sldMk cId="3552775243" sldId="280"/>
            <ac:spMk id="9" creationId="{A3363022-C969-41E9-8EB2-E4C94908C1FA}"/>
          </ac:spMkLst>
        </pc:spChg>
        <pc:spChg chg="add">
          <ac:chgData name="bsce22004" userId="ac659fb8-73a5-4c71-91af-c158e9a820db" providerId="ADAL" clId="{7D7E260D-CA48-4722-A96F-67C11BFCE040}" dt="2025-10-28T22:01:21.320" v="256" actId="26606"/>
          <ac:spMkLst>
            <pc:docMk/>
            <pc:sldMk cId="3552775243" sldId="280"/>
            <ac:spMk id="11" creationId="{8D1AD6B3-BE88-4CEB-BA17-790657CC4729}"/>
          </ac:spMkLst>
        </pc:spChg>
        <pc:grpChg chg="add">
          <ac:chgData name="bsce22004" userId="ac659fb8-73a5-4c71-91af-c158e9a820db" providerId="ADAL" clId="{7D7E260D-CA48-4722-A96F-67C11BFCE040}" dt="2025-10-28T22:01:21.320" v="256" actId="26606"/>
          <ac:grpSpMkLst>
            <pc:docMk/>
            <pc:sldMk cId="3552775243" sldId="280"/>
            <ac:grpSpMk id="13" creationId="{89D1390B-7E13-4B4F-9CB2-391063412E54}"/>
          </ac:grpSpMkLst>
        </pc:grpChg>
        <pc:picChg chg="add">
          <ac:chgData name="bsce22004" userId="ac659fb8-73a5-4c71-91af-c158e9a820db" providerId="ADAL" clId="{7D7E260D-CA48-4722-A96F-67C11BFCE040}" dt="2025-10-28T22:01:21.320" v="256" actId="26606"/>
          <ac:picMkLst>
            <pc:docMk/>
            <pc:sldMk cId="3552775243" sldId="280"/>
            <ac:picMk id="6" creationId="{2350BAF1-B275-F6AA-50B3-4ACBA6DF4669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2E74CE-0DB5-4ED4-B61A-03ADDEFF9F4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0_3" csCatId="mainScheme" phldr="1"/>
      <dgm:spPr/>
      <dgm:t>
        <a:bodyPr/>
        <a:lstStyle/>
        <a:p>
          <a:endParaRPr lang="en-US"/>
        </a:p>
      </dgm:t>
    </dgm:pt>
    <dgm:pt modelId="{62123B15-35B8-483D-A38A-56C90540DF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Model Compression &amp; Quantization</a:t>
          </a:r>
          <a:r>
            <a:rPr lang="en-US"/>
            <a:t> Converts 32-bit weights to 8-bit (int8), reducing model size by ~75% while retaining ~97% accuracy.</a:t>
          </a:r>
        </a:p>
      </dgm:t>
    </dgm:pt>
    <dgm:pt modelId="{E7353E18-A6F5-4856-82D1-18A6E37D6F34}" type="parTrans" cxnId="{A514DC7D-5003-4236-91B2-B9B360756470}">
      <dgm:prSet/>
      <dgm:spPr/>
      <dgm:t>
        <a:bodyPr/>
        <a:lstStyle/>
        <a:p>
          <a:endParaRPr lang="en-US"/>
        </a:p>
      </dgm:t>
    </dgm:pt>
    <dgm:pt modelId="{809788CF-487F-4135-A529-2A2D7C6A1F74}" type="sibTrans" cxnId="{A514DC7D-5003-4236-91B2-B9B360756470}">
      <dgm:prSet/>
      <dgm:spPr/>
      <dgm:t>
        <a:bodyPr/>
        <a:lstStyle/>
        <a:p>
          <a:endParaRPr lang="en-US"/>
        </a:p>
      </dgm:t>
    </dgm:pt>
    <dgm:pt modelId="{85CB04DD-DBAA-48E5-B889-58BB409EDA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TensorFlow Lite for Microcontrollers (TFLite Micro)</a:t>
          </a:r>
          <a:r>
            <a:rPr lang="en-US"/>
            <a:t> Lightweight, OS-free ML framework for ARM Cortex-M, ESP32, and DSPs; highly portable across platforms.</a:t>
          </a:r>
        </a:p>
      </dgm:t>
    </dgm:pt>
    <dgm:pt modelId="{38EA3996-B0B1-4FD2-86BA-EB7573344526}" type="parTrans" cxnId="{C5B1B03E-8678-4D6F-ADDB-9F84306192E7}">
      <dgm:prSet/>
      <dgm:spPr/>
      <dgm:t>
        <a:bodyPr/>
        <a:lstStyle/>
        <a:p>
          <a:endParaRPr lang="en-US"/>
        </a:p>
      </dgm:t>
    </dgm:pt>
    <dgm:pt modelId="{CE9DF931-569A-44C2-BE3F-7805754EAC68}" type="sibTrans" cxnId="{C5B1B03E-8678-4D6F-ADDB-9F84306192E7}">
      <dgm:prSet/>
      <dgm:spPr/>
      <dgm:t>
        <a:bodyPr/>
        <a:lstStyle/>
        <a:p>
          <a:endParaRPr lang="en-US"/>
        </a:p>
      </dgm:t>
    </dgm:pt>
    <dgm:pt modelId="{205948DA-02ED-4415-863D-0275487F64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Edge Impulse Platform</a:t>
          </a:r>
          <a:r>
            <a:rPr lang="en-US"/>
            <a:t> End-to-end TinyML development suite with EON Compiler for optimized deployment on microcontrollers like ESP32 and Arduino.</a:t>
          </a:r>
        </a:p>
      </dgm:t>
    </dgm:pt>
    <dgm:pt modelId="{59999BCB-899B-4F6C-990D-0ED8F2FFB670}" type="parTrans" cxnId="{922BEB14-B411-409F-906E-71C57E6E53B2}">
      <dgm:prSet/>
      <dgm:spPr/>
      <dgm:t>
        <a:bodyPr/>
        <a:lstStyle/>
        <a:p>
          <a:endParaRPr lang="en-US"/>
        </a:p>
      </dgm:t>
    </dgm:pt>
    <dgm:pt modelId="{ADE80BD6-97E2-4894-B74C-3E4AD511987E}" type="sibTrans" cxnId="{922BEB14-B411-409F-906E-71C57E6E53B2}">
      <dgm:prSet/>
      <dgm:spPr/>
      <dgm:t>
        <a:bodyPr/>
        <a:lstStyle/>
        <a:p>
          <a:endParaRPr lang="en-US"/>
        </a:p>
      </dgm:t>
    </dgm:pt>
    <dgm:pt modelId="{C8898A16-4837-4ECB-8981-DF2114BF638E}" type="pres">
      <dgm:prSet presAssocID="{742E74CE-0DB5-4ED4-B61A-03ADDEFF9F44}" presName="root" presStyleCnt="0">
        <dgm:presLayoutVars>
          <dgm:dir/>
          <dgm:resizeHandles val="exact"/>
        </dgm:presLayoutVars>
      </dgm:prSet>
      <dgm:spPr/>
    </dgm:pt>
    <dgm:pt modelId="{F922AECD-B51D-47E7-8544-328F36501404}" type="pres">
      <dgm:prSet presAssocID="{62123B15-35B8-483D-A38A-56C90540DFC8}" presName="compNode" presStyleCnt="0"/>
      <dgm:spPr/>
    </dgm:pt>
    <dgm:pt modelId="{9F28DF73-2A59-4D4D-B2ED-5E03DA3008AB}" type="pres">
      <dgm:prSet presAssocID="{62123B15-35B8-483D-A38A-56C90540DFC8}" presName="bgRect" presStyleLbl="bgShp" presStyleIdx="0" presStyleCnt="3"/>
      <dgm:spPr/>
    </dgm:pt>
    <dgm:pt modelId="{B2ACCB54-250E-456C-A254-249E54A5E259}" type="pres">
      <dgm:prSet presAssocID="{62123B15-35B8-483D-A38A-56C90540DFC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DB2E6861-9670-49F7-BE80-30D512D4C38B}" type="pres">
      <dgm:prSet presAssocID="{62123B15-35B8-483D-A38A-56C90540DFC8}" presName="spaceRect" presStyleCnt="0"/>
      <dgm:spPr/>
    </dgm:pt>
    <dgm:pt modelId="{377A66C0-55B7-4C44-BF49-B6C4FE6931CA}" type="pres">
      <dgm:prSet presAssocID="{62123B15-35B8-483D-A38A-56C90540DFC8}" presName="parTx" presStyleLbl="revTx" presStyleIdx="0" presStyleCnt="3">
        <dgm:presLayoutVars>
          <dgm:chMax val="0"/>
          <dgm:chPref val="0"/>
        </dgm:presLayoutVars>
      </dgm:prSet>
      <dgm:spPr/>
    </dgm:pt>
    <dgm:pt modelId="{113AF71A-1D87-4389-8A8A-25EA836EFCF3}" type="pres">
      <dgm:prSet presAssocID="{809788CF-487F-4135-A529-2A2D7C6A1F74}" presName="sibTrans" presStyleCnt="0"/>
      <dgm:spPr/>
    </dgm:pt>
    <dgm:pt modelId="{D2CD097A-6230-47A8-B51D-9BD86B991D91}" type="pres">
      <dgm:prSet presAssocID="{85CB04DD-DBAA-48E5-B889-58BB409EDA34}" presName="compNode" presStyleCnt="0"/>
      <dgm:spPr/>
    </dgm:pt>
    <dgm:pt modelId="{0B469331-098A-4189-A748-184D4A6DB109}" type="pres">
      <dgm:prSet presAssocID="{85CB04DD-DBAA-48E5-B889-58BB409EDA34}" presName="bgRect" presStyleLbl="bgShp" presStyleIdx="1" presStyleCnt="3"/>
      <dgm:spPr/>
    </dgm:pt>
    <dgm:pt modelId="{A1E283CA-9EC6-403C-8DB7-B7CDD1291E29}" type="pres">
      <dgm:prSet presAssocID="{85CB04DD-DBAA-48E5-B889-58BB409EDA3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28B3524-80E8-45C0-A4B4-B84B98049A88}" type="pres">
      <dgm:prSet presAssocID="{85CB04DD-DBAA-48E5-B889-58BB409EDA34}" presName="spaceRect" presStyleCnt="0"/>
      <dgm:spPr/>
    </dgm:pt>
    <dgm:pt modelId="{5B73C402-6794-433B-A247-E7515EC9D4FE}" type="pres">
      <dgm:prSet presAssocID="{85CB04DD-DBAA-48E5-B889-58BB409EDA34}" presName="parTx" presStyleLbl="revTx" presStyleIdx="1" presStyleCnt="3">
        <dgm:presLayoutVars>
          <dgm:chMax val="0"/>
          <dgm:chPref val="0"/>
        </dgm:presLayoutVars>
      </dgm:prSet>
      <dgm:spPr/>
    </dgm:pt>
    <dgm:pt modelId="{63436C52-5026-45A4-9BD1-C7B98350C03B}" type="pres">
      <dgm:prSet presAssocID="{CE9DF931-569A-44C2-BE3F-7805754EAC68}" presName="sibTrans" presStyleCnt="0"/>
      <dgm:spPr/>
    </dgm:pt>
    <dgm:pt modelId="{F8B14A91-D444-418A-9A21-4FB32EE1AA63}" type="pres">
      <dgm:prSet presAssocID="{205948DA-02ED-4415-863D-0275487F643F}" presName="compNode" presStyleCnt="0"/>
      <dgm:spPr/>
    </dgm:pt>
    <dgm:pt modelId="{3F1EF539-DA22-45DD-B48E-455ABD7115D9}" type="pres">
      <dgm:prSet presAssocID="{205948DA-02ED-4415-863D-0275487F643F}" presName="bgRect" presStyleLbl="bgShp" presStyleIdx="2" presStyleCnt="3"/>
      <dgm:spPr/>
    </dgm:pt>
    <dgm:pt modelId="{10DA2E53-D57A-406E-A1CD-A2F17656A2E5}" type="pres">
      <dgm:prSet presAssocID="{205948DA-02ED-4415-863D-0275487F643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F42C8E6-1120-47FD-82FD-D85FAFFA1574}" type="pres">
      <dgm:prSet presAssocID="{205948DA-02ED-4415-863D-0275487F643F}" presName="spaceRect" presStyleCnt="0"/>
      <dgm:spPr/>
    </dgm:pt>
    <dgm:pt modelId="{B52D731E-DF46-4A92-98B0-DBE570499E18}" type="pres">
      <dgm:prSet presAssocID="{205948DA-02ED-4415-863D-0275487F643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C3D0C03-C9BE-436D-8E29-43209FD93756}" type="presOf" srcId="{205948DA-02ED-4415-863D-0275487F643F}" destId="{B52D731E-DF46-4A92-98B0-DBE570499E18}" srcOrd="0" destOrd="0" presId="urn:microsoft.com/office/officeart/2018/2/layout/IconVerticalSolidList"/>
    <dgm:cxn modelId="{922BEB14-B411-409F-906E-71C57E6E53B2}" srcId="{742E74CE-0DB5-4ED4-B61A-03ADDEFF9F44}" destId="{205948DA-02ED-4415-863D-0275487F643F}" srcOrd="2" destOrd="0" parTransId="{59999BCB-899B-4F6C-990D-0ED8F2FFB670}" sibTransId="{ADE80BD6-97E2-4894-B74C-3E4AD511987E}"/>
    <dgm:cxn modelId="{C5B1B03E-8678-4D6F-ADDB-9F84306192E7}" srcId="{742E74CE-0DB5-4ED4-B61A-03ADDEFF9F44}" destId="{85CB04DD-DBAA-48E5-B889-58BB409EDA34}" srcOrd="1" destOrd="0" parTransId="{38EA3996-B0B1-4FD2-86BA-EB7573344526}" sibTransId="{CE9DF931-569A-44C2-BE3F-7805754EAC68}"/>
    <dgm:cxn modelId="{A514DC7D-5003-4236-91B2-B9B360756470}" srcId="{742E74CE-0DB5-4ED4-B61A-03ADDEFF9F44}" destId="{62123B15-35B8-483D-A38A-56C90540DFC8}" srcOrd="0" destOrd="0" parTransId="{E7353E18-A6F5-4856-82D1-18A6E37D6F34}" sibTransId="{809788CF-487F-4135-A529-2A2D7C6A1F74}"/>
    <dgm:cxn modelId="{90AC2694-8D06-4781-A3E6-07D44F38DBA7}" type="presOf" srcId="{62123B15-35B8-483D-A38A-56C90540DFC8}" destId="{377A66C0-55B7-4C44-BF49-B6C4FE6931CA}" srcOrd="0" destOrd="0" presId="urn:microsoft.com/office/officeart/2018/2/layout/IconVerticalSolidList"/>
    <dgm:cxn modelId="{B049B1CA-0F9C-4FE1-B029-E57C980AE488}" type="presOf" srcId="{742E74CE-0DB5-4ED4-B61A-03ADDEFF9F44}" destId="{C8898A16-4837-4ECB-8981-DF2114BF638E}" srcOrd="0" destOrd="0" presId="urn:microsoft.com/office/officeart/2018/2/layout/IconVerticalSolidList"/>
    <dgm:cxn modelId="{E2C879E7-327E-42F1-BE1C-12FAEBFA9605}" type="presOf" srcId="{85CB04DD-DBAA-48E5-B889-58BB409EDA34}" destId="{5B73C402-6794-433B-A247-E7515EC9D4FE}" srcOrd="0" destOrd="0" presId="urn:microsoft.com/office/officeart/2018/2/layout/IconVerticalSolidList"/>
    <dgm:cxn modelId="{76F39683-C678-46C0-A5E4-B8A362D3DEA8}" type="presParOf" srcId="{C8898A16-4837-4ECB-8981-DF2114BF638E}" destId="{F922AECD-B51D-47E7-8544-328F36501404}" srcOrd="0" destOrd="0" presId="urn:microsoft.com/office/officeart/2018/2/layout/IconVerticalSolidList"/>
    <dgm:cxn modelId="{723F4F1E-E66F-4203-929F-DCC1A8FB5880}" type="presParOf" srcId="{F922AECD-B51D-47E7-8544-328F36501404}" destId="{9F28DF73-2A59-4D4D-B2ED-5E03DA3008AB}" srcOrd="0" destOrd="0" presId="urn:microsoft.com/office/officeart/2018/2/layout/IconVerticalSolidList"/>
    <dgm:cxn modelId="{7469DB82-13EB-4BB1-B0D8-F75CD7902EFC}" type="presParOf" srcId="{F922AECD-B51D-47E7-8544-328F36501404}" destId="{B2ACCB54-250E-456C-A254-249E54A5E259}" srcOrd="1" destOrd="0" presId="urn:microsoft.com/office/officeart/2018/2/layout/IconVerticalSolidList"/>
    <dgm:cxn modelId="{54FB897F-9B13-485C-90C9-93B682902C5E}" type="presParOf" srcId="{F922AECD-B51D-47E7-8544-328F36501404}" destId="{DB2E6861-9670-49F7-BE80-30D512D4C38B}" srcOrd="2" destOrd="0" presId="urn:microsoft.com/office/officeart/2018/2/layout/IconVerticalSolidList"/>
    <dgm:cxn modelId="{6EDA20F2-7666-4178-A2B3-E1963DA67631}" type="presParOf" srcId="{F922AECD-B51D-47E7-8544-328F36501404}" destId="{377A66C0-55B7-4C44-BF49-B6C4FE6931CA}" srcOrd="3" destOrd="0" presId="urn:microsoft.com/office/officeart/2018/2/layout/IconVerticalSolidList"/>
    <dgm:cxn modelId="{459D17F6-C198-4CFC-8C12-1C8AB94EA5E6}" type="presParOf" srcId="{C8898A16-4837-4ECB-8981-DF2114BF638E}" destId="{113AF71A-1D87-4389-8A8A-25EA836EFCF3}" srcOrd="1" destOrd="0" presId="urn:microsoft.com/office/officeart/2018/2/layout/IconVerticalSolidList"/>
    <dgm:cxn modelId="{60AF4147-9039-477E-9E24-7DFB2967DB3D}" type="presParOf" srcId="{C8898A16-4837-4ECB-8981-DF2114BF638E}" destId="{D2CD097A-6230-47A8-B51D-9BD86B991D91}" srcOrd="2" destOrd="0" presId="urn:microsoft.com/office/officeart/2018/2/layout/IconVerticalSolidList"/>
    <dgm:cxn modelId="{4CAD55B0-4A5D-431C-B516-CAD4C3664EDE}" type="presParOf" srcId="{D2CD097A-6230-47A8-B51D-9BD86B991D91}" destId="{0B469331-098A-4189-A748-184D4A6DB109}" srcOrd="0" destOrd="0" presId="urn:microsoft.com/office/officeart/2018/2/layout/IconVerticalSolidList"/>
    <dgm:cxn modelId="{AA46E30B-D7DB-40A9-B917-31C8B2D0A434}" type="presParOf" srcId="{D2CD097A-6230-47A8-B51D-9BD86B991D91}" destId="{A1E283CA-9EC6-403C-8DB7-B7CDD1291E29}" srcOrd="1" destOrd="0" presId="urn:microsoft.com/office/officeart/2018/2/layout/IconVerticalSolidList"/>
    <dgm:cxn modelId="{F3F86CFE-C4A4-4FEE-96BB-9ADBA33E98DF}" type="presParOf" srcId="{D2CD097A-6230-47A8-B51D-9BD86B991D91}" destId="{228B3524-80E8-45C0-A4B4-B84B98049A88}" srcOrd="2" destOrd="0" presId="urn:microsoft.com/office/officeart/2018/2/layout/IconVerticalSolidList"/>
    <dgm:cxn modelId="{6F1B7709-B2AA-4DB7-ABA9-78333A347AE8}" type="presParOf" srcId="{D2CD097A-6230-47A8-B51D-9BD86B991D91}" destId="{5B73C402-6794-433B-A247-E7515EC9D4FE}" srcOrd="3" destOrd="0" presId="urn:microsoft.com/office/officeart/2018/2/layout/IconVerticalSolidList"/>
    <dgm:cxn modelId="{FF291F87-5184-4CC4-BFD1-1703467D83D4}" type="presParOf" srcId="{C8898A16-4837-4ECB-8981-DF2114BF638E}" destId="{63436C52-5026-45A4-9BD1-C7B98350C03B}" srcOrd="3" destOrd="0" presId="urn:microsoft.com/office/officeart/2018/2/layout/IconVerticalSolidList"/>
    <dgm:cxn modelId="{F30ECC92-7B5B-4613-8E16-2878D3BC1CD2}" type="presParOf" srcId="{C8898A16-4837-4ECB-8981-DF2114BF638E}" destId="{F8B14A91-D444-418A-9A21-4FB32EE1AA63}" srcOrd="4" destOrd="0" presId="urn:microsoft.com/office/officeart/2018/2/layout/IconVerticalSolidList"/>
    <dgm:cxn modelId="{9CAB780C-85A0-4ECC-A9C9-D3CA746E89E7}" type="presParOf" srcId="{F8B14A91-D444-418A-9A21-4FB32EE1AA63}" destId="{3F1EF539-DA22-45DD-B48E-455ABD7115D9}" srcOrd="0" destOrd="0" presId="urn:microsoft.com/office/officeart/2018/2/layout/IconVerticalSolidList"/>
    <dgm:cxn modelId="{28AFFB89-3385-47CF-B952-2114B2C2C034}" type="presParOf" srcId="{F8B14A91-D444-418A-9A21-4FB32EE1AA63}" destId="{10DA2E53-D57A-406E-A1CD-A2F17656A2E5}" srcOrd="1" destOrd="0" presId="urn:microsoft.com/office/officeart/2018/2/layout/IconVerticalSolidList"/>
    <dgm:cxn modelId="{CBE312B8-299D-4BFD-988B-634840CD6870}" type="presParOf" srcId="{F8B14A91-D444-418A-9A21-4FB32EE1AA63}" destId="{0F42C8E6-1120-47FD-82FD-D85FAFFA1574}" srcOrd="2" destOrd="0" presId="urn:microsoft.com/office/officeart/2018/2/layout/IconVerticalSolidList"/>
    <dgm:cxn modelId="{139C78B4-0B49-466E-8CD4-EECAC680EA81}" type="presParOf" srcId="{F8B14A91-D444-418A-9A21-4FB32EE1AA63}" destId="{B52D731E-DF46-4A92-98B0-DBE570499E1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F8E5B9-BD64-466E-A5BB-1307548DE666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2F8DDE7-AC73-42F0-AA36-B5142D6FEC2E}">
      <dgm:prSet/>
      <dgm:spPr/>
      <dgm:t>
        <a:bodyPr/>
        <a:lstStyle/>
        <a:p>
          <a:r>
            <a:rPr lang="en-US"/>
            <a:t>Battery-powered embedded vision systems demand ultra-low power consumption</a:t>
          </a:r>
        </a:p>
      </dgm:t>
    </dgm:pt>
    <dgm:pt modelId="{E19C7133-3C39-45F4-9142-705306DF81F7}" type="parTrans" cxnId="{D83674B5-08B2-42F6-8B2D-F4D2405B1841}">
      <dgm:prSet/>
      <dgm:spPr/>
      <dgm:t>
        <a:bodyPr/>
        <a:lstStyle/>
        <a:p>
          <a:endParaRPr lang="en-US"/>
        </a:p>
      </dgm:t>
    </dgm:pt>
    <dgm:pt modelId="{800E239F-90B0-49B8-99BC-77680076598A}" type="sibTrans" cxnId="{D83674B5-08B2-42F6-8B2D-F4D2405B1841}">
      <dgm:prSet/>
      <dgm:spPr/>
      <dgm:t>
        <a:bodyPr/>
        <a:lstStyle/>
        <a:p>
          <a:endParaRPr lang="en-US"/>
        </a:p>
      </dgm:t>
    </dgm:pt>
    <dgm:pt modelId="{CC005000-DE67-476B-9600-68F9148CFBE6}">
      <dgm:prSet/>
      <dgm:spPr/>
      <dgm:t>
        <a:bodyPr/>
        <a:lstStyle/>
        <a:p>
          <a:r>
            <a:rPr lang="en-US"/>
            <a:t>ESP32 Case Study</a:t>
          </a:r>
        </a:p>
      </dgm:t>
    </dgm:pt>
    <dgm:pt modelId="{5484F797-4194-4FB3-BBFB-0B2746F83695}" type="parTrans" cxnId="{167C4820-43C6-485C-B39B-92F7D6199857}">
      <dgm:prSet/>
      <dgm:spPr/>
      <dgm:t>
        <a:bodyPr/>
        <a:lstStyle/>
        <a:p>
          <a:endParaRPr lang="en-US"/>
        </a:p>
      </dgm:t>
    </dgm:pt>
    <dgm:pt modelId="{51EF19C4-6D8F-4392-B37C-6226E7C89778}" type="sibTrans" cxnId="{167C4820-43C6-485C-B39B-92F7D6199857}">
      <dgm:prSet/>
      <dgm:spPr/>
      <dgm:t>
        <a:bodyPr/>
        <a:lstStyle/>
        <a:p>
          <a:endParaRPr lang="en-US"/>
        </a:p>
      </dgm:t>
    </dgm:pt>
    <dgm:pt modelId="{66676476-20A2-4666-9812-D4A562E1FC5C}">
      <dgm:prSet/>
      <dgm:spPr/>
      <dgm:t>
        <a:bodyPr/>
        <a:lstStyle/>
        <a:p>
          <a:r>
            <a:rPr lang="en-US"/>
            <a:t>With camera: ~1.25 volts/hour</a:t>
          </a:r>
        </a:p>
      </dgm:t>
    </dgm:pt>
    <dgm:pt modelId="{A26E28B0-C928-4465-98EE-A95E16151DD1}" type="parTrans" cxnId="{BEA57097-5306-4485-AAA0-20B0D100FCDE}">
      <dgm:prSet/>
      <dgm:spPr/>
      <dgm:t>
        <a:bodyPr/>
        <a:lstStyle/>
        <a:p>
          <a:endParaRPr lang="en-US"/>
        </a:p>
      </dgm:t>
    </dgm:pt>
    <dgm:pt modelId="{F0185ED5-D72A-4DA4-AB01-752DDA416156}" type="sibTrans" cxnId="{BEA57097-5306-4485-AAA0-20B0D100FCDE}">
      <dgm:prSet/>
      <dgm:spPr/>
      <dgm:t>
        <a:bodyPr/>
        <a:lstStyle/>
        <a:p>
          <a:endParaRPr lang="en-US"/>
        </a:p>
      </dgm:t>
    </dgm:pt>
    <dgm:pt modelId="{A740314B-B964-407F-A4F0-A698B8C3E960}">
      <dgm:prSet/>
      <dgm:spPr/>
      <dgm:t>
        <a:bodyPr/>
        <a:lstStyle/>
        <a:p>
          <a:r>
            <a:rPr lang="en-US"/>
            <a:t>Without camera: ~0.93 volts/hour</a:t>
          </a:r>
        </a:p>
      </dgm:t>
    </dgm:pt>
    <dgm:pt modelId="{7684B915-E22F-4D1C-B7D0-AFD0EA04F812}" type="parTrans" cxnId="{D8AF57C3-C9A0-443F-95EA-4412FBE97222}">
      <dgm:prSet/>
      <dgm:spPr/>
      <dgm:t>
        <a:bodyPr/>
        <a:lstStyle/>
        <a:p>
          <a:endParaRPr lang="en-US"/>
        </a:p>
      </dgm:t>
    </dgm:pt>
    <dgm:pt modelId="{7413C745-0DF7-4F65-B8FD-CE5095211874}" type="sibTrans" cxnId="{D8AF57C3-C9A0-443F-95EA-4412FBE97222}">
      <dgm:prSet/>
      <dgm:spPr/>
      <dgm:t>
        <a:bodyPr/>
        <a:lstStyle/>
        <a:p>
          <a:endParaRPr lang="en-US"/>
        </a:p>
      </dgm:t>
    </dgm:pt>
    <dgm:pt modelId="{058CA470-4D46-411D-9E1A-06B9351337B8}">
      <dgm:prSet/>
      <dgm:spPr/>
      <dgm:t>
        <a:bodyPr/>
        <a:lstStyle/>
        <a:p>
          <a:r>
            <a:rPr lang="en-US"/>
            <a:t>Highlights need for smart power strategies</a:t>
          </a:r>
        </a:p>
      </dgm:t>
    </dgm:pt>
    <dgm:pt modelId="{CB265169-9EFB-4611-A643-EB2930589D0D}" type="parTrans" cxnId="{AE8BCEAF-44A2-49AF-9D0D-32D5E4EA28B4}">
      <dgm:prSet/>
      <dgm:spPr/>
      <dgm:t>
        <a:bodyPr/>
        <a:lstStyle/>
        <a:p>
          <a:endParaRPr lang="en-US"/>
        </a:p>
      </dgm:t>
    </dgm:pt>
    <dgm:pt modelId="{F2CD2E27-5F85-4219-97AA-6B4B75006E78}" type="sibTrans" cxnId="{AE8BCEAF-44A2-49AF-9D0D-32D5E4EA28B4}">
      <dgm:prSet/>
      <dgm:spPr/>
      <dgm:t>
        <a:bodyPr/>
        <a:lstStyle/>
        <a:p>
          <a:endParaRPr lang="en-US"/>
        </a:p>
      </dgm:t>
    </dgm:pt>
    <dgm:pt modelId="{64F9A40D-4139-4A9A-9187-32ADD5CFB006}">
      <dgm:prSet/>
      <dgm:spPr/>
      <dgm:t>
        <a:bodyPr/>
        <a:lstStyle/>
        <a:p>
          <a:r>
            <a:rPr lang="en-US"/>
            <a:t>Optimization techniques</a:t>
          </a:r>
        </a:p>
      </dgm:t>
    </dgm:pt>
    <dgm:pt modelId="{C9FCB711-C9D9-4414-B84F-E7550CE24F17}" type="parTrans" cxnId="{21E0DC28-2E0E-4DA3-B3DA-B3EA4027174C}">
      <dgm:prSet/>
      <dgm:spPr/>
      <dgm:t>
        <a:bodyPr/>
        <a:lstStyle/>
        <a:p>
          <a:endParaRPr lang="en-US"/>
        </a:p>
      </dgm:t>
    </dgm:pt>
    <dgm:pt modelId="{926D6357-6082-4930-93FB-D74319A6F587}" type="sibTrans" cxnId="{21E0DC28-2E0E-4DA3-B3DA-B3EA4027174C}">
      <dgm:prSet/>
      <dgm:spPr/>
      <dgm:t>
        <a:bodyPr/>
        <a:lstStyle/>
        <a:p>
          <a:endParaRPr lang="en-US"/>
        </a:p>
      </dgm:t>
    </dgm:pt>
    <dgm:pt modelId="{401B50AC-E716-4E79-A959-8C99265491A4}">
      <dgm:prSet/>
      <dgm:spPr/>
      <dgm:t>
        <a:bodyPr/>
        <a:lstStyle/>
        <a:p>
          <a:r>
            <a:rPr lang="en-US"/>
            <a:t>Deep sleep modes</a:t>
          </a:r>
        </a:p>
      </dgm:t>
    </dgm:pt>
    <dgm:pt modelId="{9DC03F10-61B9-49F5-8416-F56B6070C4AA}" type="parTrans" cxnId="{A0DB40F2-E3E4-4CAF-A133-935428FDACAC}">
      <dgm:prSet/>
      <dgm:spPr/>
      <dgm:t>
        <a:bodyPr/>
        <a:lstStyle/>
        <a:p>
          <a:endParaRPr lang="en-US"/>
        </a:p>
      </dgm:t>
    </dgm:pt>
    <dgm:pt modelId="{C25A0165-3E70-4C01-B5FD-D666BBAF6C2C}" type="sibTrans" cxnId="{A0DB40F2-E3E4-4CAF-A133-935428FDACAC}">
      <dgm:prSet/>
      <dgm:spPr/>
      <dgm:t>
        <a:bodyPr/>
        <a:lstStyle/>
        <a:p>
          <a:endParaRPr lang="en-US"/>
        </a:p>
      </dgm:t>
    </dgm:pt>
    <dgm:pt modelId="{798A6AD8-F221-4108-8A5F-2D44EEEC8C06}">
      <dgm:prSet/>
      <dgm:spPr/>
      <dgm:t>
        <a:bodyPr/>
        <a:lstStyle/>
        <a:p>
          <a:r>
            <a:rPr lang="en-US"/>
            <a:t>Event-driven activation</a:t>
          </a:r>
        </a:p>
      </dgm:t>
    </dgm:pt>
    <dgm:pt modelId="{A335AA66-D3CB-40FD-95C2-0D76FA7C53F6}" type="parTrans" cxnId="{B1803651-D410-41A8-BECF-1A43553DBFED}">
      <dgm:prSet/>
      <dgm:spPr/>
      <dgm:t>
        <a:bodyPr/>
        <a:lstStyle/>
        <a:p>
          <a:endParaRPr lang="en-US"/>
        </a:p>
      </dgm:t>
    </dgm:pt>
    <dgm:pt modelId="{176AFEFE-E94A-446D-A6A9-BEED204EBD62}" type="sibTrans" cxnId="{B1803651-D410-41A8-BECF-1A43553DBFED}">
      <dgm:prSet/>
      <dgm:spPr/>
      <dgm:t>
        <a:bodyPr/>
        <a:lstStyle/>
        <a:p>
          <a:endParaRPr lang="en-US"/>
        </a:p>
      </dgm:t>
    </dgm:pt>
    <dgm:pt modelId="{DD0CDE33-CF3F-494C-AC98-6910E7174D77}">
      <dgm:prSet/>
      <dgm:spPr/>
      <dgm:t>
        <a:bodyPr/>
        <a:lstStyle/>
        <a:p>
          <a:r>
            <a:rPr lang="en-US"/>
            <a:t>Duty-cycled operation for extended battery life</a:t>
          </a:r>
        </a:p>
      </dgm:t>
    </dgm:pt>
    <dgm:pt modelId="{BB9D245C-0DBD-472F-AA72-C400CF0631A1}" type="parTrans" cxnId="{44B974BD-91A0-42FA-9BF9-6B13726CA32C}">
      <dgm:prSet/>
      <dgm:spPr/>
      <dgm:t>
        <a:bodyPr/>
        <a:lstStyle/>
        <a:p>
          <a:endParaRPr lang="en-US"/>
        </a:p>
      </dgm:t>
    </dgm:pt>
    <dgm:pt modelId="{D3B5BC5C-8B8D-42D6-A4BF-22CFE5C8E464}" type="sibTrans" cxnId="{44B974BD-91A0-42FA-9BF9-6B13726CA32C}">
      <dgm:prSet/>
      <dgm:spPr/>
      <dgm:t>
        <a:bodyPr/>
        <a:lstStyle/>
        <a:p>
          <a:endParaRPr lang="en-US"/>
        </a:p>
      </dgm:t>
    </dgm:pt>
    <dgm:pt modelId="{24DE2F05-9B05-4CE7-A1C1-7D1AB86A2A39}" type="pres">
      <dgm:prSet presAssocID="{71F8E5B9-BD64-466E-A5BB-1307548DE666}" presName="Name0" presStyleCnt="0">
        <dgm:presLayoutVars>
          <dgm:dir/>
          <dgm:resizeHandles val="exact"/>
        </dgm:presLayoutVars>
      </dgm:prSet>
      <dgm:spPr/>
    </dgm:pt>
    <dgm:pt modelId="{FB409539-2E22-4939-A069-989578ABF227}" type="pres">
      <dgm:prSet presAssocID="{72F8DDE7-AC73-42F0-AA36-B5142D6FEC2E}" presName="node" presStyleLbl="node1" presStyleIdx="0" presStyleCnt="9">
        <dgm:presLayoutVars>
          <dgm:bulletEnabled val="1"/>
        </dgm:presLayoutVars>
      </dgm:prSet>
      <dgm:spPr/>
    </dgm:pt>
    <dgm:pt modelId="{BF2B1214-4E96-4A1E-A097-FCE7F95F2383}" type="pres">
      <dgm:prSet presAssocID="{800E239F-90B0-49B8-99BC-77680076598A}" presName="sibTrans" presStyleLbl="sibTrans1D1" presStyleIdx="0" presStyleCnt="8"/>
      <dgm:spPr/>
    </dgm:pt>
    <dgm:pt modelId="{2D74E28C-759B-4B27-8A64-96077F342A5E}" type="pres">
      <dgm:prSet presAssocID="{800E239F-90B0-49B8-99BC-77680076598A}" presName="connectorText" presStyleLbl="sibTrans1D1" presStyleIdx="0" presStyleCnt="8"/>
      <dgm:spPr/>
    </dgm:pt>
    <dgm:pt modelId="{ED9FA65F-1DD3-4D92-8E2D-5D7260842AAA}" type="pres">
      <dgm:prSet presAssocID="{CC005000-DE67-476B-9600-68F9148CFBE6}" presName="node" presStyleLbl="node1" presStyleIdx="1" presStyleCnt="9">
        <dgm:presLayoutVars>
          <dgm:bulletEnabled val="1"/>
        </dgm:presLayoutVars>
      </dgm:prSet>
      <dgm:spPr/>
    </dgm:pt>
    <dgm:pt modelId="{272FBACC-D187-421E-BAFF-1905C76CD283}" type="pres">
      <dgm:prSet presAssocID="{51EF19C4-6D8F-4392-B37C-6226E7C89778}" presName="sibTrans" presStyleLbl="sibTrans1D1" presStyleIdx="1" presStyleCnt="8"/>
      <dgm:spPr/>
    </dgm:pt>
    <dgm:pt modelId="{A6D2FC48-AB00-4568-B825-54C8F2676808}" type="pres">
      <dgm:prSet presAssocID="{51EF19C4-6D8F-4392-B37C-6226E7C89778}" presName="connectorText" presStyleLbl="sibTrans1D1" presStyleIdx="1" presStyleCnt="8"/>
      <dgm:spPr/>
    </dgm:pt>
    <dgm:pt modelId="{E6A91623-87D3-4EB6-B977-87BB5B56A6EC}" type="pres">
      <dgm:prSet presAssocID="{66676476-20A2-4666-9812-D4A562E1FC5C}" presName="node" presStyleLbl="node1" presStyleIdx="2" presStyleCnt="9">
        <dgm:presLayoutVars>
          <dgm:bulletEnabled val="1"/>
        </dgm:presLayoutVars>
      </dgm:prSet>
      <dgm:spPr/>
    </dgm:pt>
    <dgm:pt modelId="{4411CD14-39F0-4177-92A4-3B814FADC19E}" type="pres">
      <dgm:prSet presAssocID="{F0185ED5-D72A-4DA4-AB01-752DDA416156}" presName="sibTrans" presStyleLbl="sibTrans1D1" presStyleIdx="2" presStyleCnt="8"/>
      <dgm:spPr/>
    </dgm:pt>
    <dgm:pt modelId="{1EF02E2A-7DC7-49B5-A3FC-703C0D8DBC92}" type="pres">
      <dgm:prSet presAssocID="{F0185ED5-D72A-4DA4-AB01-752DDA416156}" presName="connectorText" presStyleLbl="sibTrans1D1" presStyleIdx="2" presStyleCnt="8"/>
      <dgm:spPr/>
    </dgm:pt>
    <dgm:pt modelId="{A6145901-A319-4985-9B84-B3FBBDAB2C83}" type="pres">
      <dgm:prSet presAssocID="{A740314B-B964-407F-A4F0-A698B8C3E960}" presName="node" presStyleLbl="node1" presStyleIdx="3" presStyleCnt="9">
        <dgm:presLayoutVars>
          <dgm:bulletEnabled val="1"/>
        </dgm:presLayoutVars>
      </dgm:prSet>
      <dgm:spPr/>
    </dgm:pt>
    <dgm:pt modelId="{E866496C-57A2-43B3-891A-CC8F81B90CAB}" type="pres">
      <dgm:prSet presAssocID="{7413C745-0DF7-4F65-B8FD-CE5095211874}" presName="sibTrans" presStyleLbl="sibTrans1D1" presStyleIdx="3" presStyleCnt="8"/>
      <dgm:spPr/>
    </dgm:pt>
    <dgm:pt modelId="{DB1C9A38-33F3-47D9-9E1D-970A2B2990A0}" type="pres">
      <dgm:prSet presAssocID="{7413C745-0DF7-4F65-B8FD-CE5095211874}" presName="connectorText" presStyleLbl="sibTrans1D1" presStyleIdx="3" presStyleCnt="8"/>
      <dgm:spPr/>
    </dgm:pt>
    <dgm:pt modelId="{DCCDD285-3198-4B47-BD05-6C2E66806055}" type="pres">
      <dgm:prSet presAssocID="{058CA470-4D46-411D-9E1A-06B9351337B8}" presName="node" presStyleLbl="node1" presStyleIdx="4" presStyleCnt="9">
        <dgm:presLayoutVars>
          <dgm:bulletEnabled val="1"/>
        </dgm:presLayoutVars>
      </dgm:prSet>
      <dgm:spPr/>
    </dgm:pt>
    <dgm:pt modelId="{61F34014-E972-4CAA-AB1B-AE1553B013C8}" type="pres">
      <dgm:prSet presAssocID="{F2CD2E27-5F85-4219-97AA-6B4B75006E78}" presName="sibTrans" presStyleLbl="sibTrans1D1" presStyleIdx="4" presStyleCnt="8"/>
      <dgm:spPr/>
    </dgm:pt>
    <dgm:pt modelId="{29AC7A82-0DE6-4CDF-BD80-9DBA0ACDEF49}" type="pres">
      <dgm:prSet presAssocID="{F2CD2E27-5F85-4219-97AA-6B4B75006E78}" presName="connectorText" presStyleLbl="sibTrans1D1" presStyleIdx="4" presStyleCnt="8"/>
      <dgm:spPr/>
    </dgm:pt>
    <dgm:pt modelId="{4D0AF931-267D-4C56-AB8B-A2BD60F7B91B}" type="pres">
      <dgm:prSet presAssocID="{64F9A40D-4139-4A9A-9187-32ADD5CFB006}" presName="node" presStyleLbl="node1" presStyleIdx="5" presStyleCnt="9">
        <dgm:presLayoutVars>
          <dgm:bulletEnabled val="1"/>
        </dgm:presLayoutVars>
      </dgm:prSet>
      <dgm:spPr/>
    </dgm:pt>
    <dgm:pt modelId="{6725BC4A-9317-489E-A178-9D267F21573C}" type="pres">
      <dgm:prSet presAssocID="{926D6357-6082-4930-93FB-D74319A6F587}" presName="sibTrans" presStyleLbl="sibTrans1D1" presStyleIdx="5" presStyleCnt="8"/>
      <dgm:spPr/>
    </dgm:pt>
    <dgm:pt modelId="{CF0F432C-9DB5-4C0E-9274-A34BE9803DD8}" type="pres">
      <dgm:prSet presAssocID="{926D6357-6082-4930-93FB-D74319A6F587}" presName="connectorText" presStyleLbl="sibTrans1D1" presStyleIdx="5" presStyleCnt="8"/>
      <dgm:spPr/>
    </dgm:pt>
    <dgm:pt modelId="{35C8B172-E8E2-42C6-8106-DB3A0C99F258}" type="pres">
      <dgm:prSet presAssocID="{401B50AC-E716-4E79-A959-8C99265491A4}" presName="node" presStyleLbl="node1" presStyleIdx="6" presStyleCnt="9">
        <dgm:presLayoutVars>
          <dgm:bulletEnabled val="1"/>
        </dgm:presLayoutVars>
      </dgm:prSet>
      <dgm:spPr/>
    </dgm:pt>
    <dgm:pt modelId="{B9B1B1F4-2394-4F92-B3EF-62B8D50BFED8}" type="pres">
      <dgm:prSet presAssocID="{C25A0165-3E70-4C01-B5FD-D666BBAF6C2C}" presName="sibTrans" presStyleLbl="sibTrans1D1" presStyleIdx="6" presStyleCnt="8"/>
      <dgm:spPr/>
    </dgm:pt>
    <dgm:pt modelId="{8F627CCA-F869-4950-889C-12C47F4EFBDC}" type="pres">
      <dgm:prSet presAssocID="{C25A0165-3E70-4C01-B5FD-D666BBAF6C2C}" presName="connectorText" presStyleLbl="sibTrans1D1" presStyleIdx="6" presStyleCnt="8"/>
      <dgm:spPr/>
    </dgm:pt>
    <dgm:pt modelId="{11FD8544-6112-4EA2-88E7-14EB8320BCA1}" type="pres">
      <dgm:prSet presAssocID="{798A6AD8-F221-4108-8A5F-2D44EEEC8C06}" presName="node" presStyleLbl="node1" presStyleIdx="7" presStyleCnt="9">
        <dgm:presLayoutVars>
          <dgm:bulletEnabled val="1"/>
        </dgm:presLayoutVars>
      </dgm:prSet>
      <dgm:spPr/>
    </dgm:pt>
    <dgm:pt modelId="{06EF4D9C-5BE5-4A68-9343-85DC63C823A8}" type="pres">
      <dgm:prSet presAssocID="{176AFEFE-E94A-446D-A6A9-BEED204EBD62}" presName="sibTrans" presStyleLbl="sibTrans1D1" presStyleIdx="7" presStyleCnt="8"/>
      <dgm:spPr/>
    </dgm:pt>
    <dgm:pt modelId="{F3DDDABF-3884-426E-912C-377B1B22B6AE}" type="pres">
      <dgm:prSet presAssocID="{176AFEFE-E94A-446D-A6A9-BEED204EBD62}" presName="connectorText" presStyleLbl="sibTrans1D1" presStyleIdx="7" presStyleCnt="8"/>
      <dgm:spPr/>
    </dgm:pt>
    <dgm:pt modelId="{8E49A321-EFDA-4B9E-AEE3-1649E4C68047}" type="pres">
      <dgm:prSet presAssocID="{DD0CDE33-CF3F-494C-AC98-6910E7174D77}" presName="node" presStyleLbl="node1" presStyleIdx="8" presStyleCnt="9">
        <dgm:presLayoutVars>
          <dgm:bulletEnabled val="1"/>
        </dgm:presLayoutVars>
      </dgm:prSet>
      <dgm:spPr/>
    </dgm:pt>
  </dgm:ptLst>
  <dgm:cxnLst>
    <dgm:cxn modelId="{506ED208-8EFC-4AF6-9E1B-D7558C0EA0AA}" type="presOf" srcId="{71F8E5B9-BD64-466E-A5BB-1307548DE666}" destId="{24DE2F05-9B05-4CE7-A1C1-7D1AB86A2A39}" srcOrd="0" destOrd="0" presId="urn:microsoft.com/office/officeart/2016/7/layout/RepeatingBendingProcessNew"/>
    <dgm:cxn modelId="{BE3FB509-3769-429F-9E21-C309BA66CE98}" type="presOf" srcId="{176AFEFE-E94A-446D-A6A9-BEED204EBD62}" destId="{06EF4D9C-5BE5-4A68-9343-85DC63C823A8}" srcOrd="0" destOrd="0" presId="urn:microsoft.com/office/officeart/2016/7/layout/RepeatingBendingProcessNew"/>
    <dgm:cxn modelId="{B927040C-C282-48FF-9497-9EAC6D395C66}" type="presOf" srcId="{176AFEFE-E94A-446D-A6A9-BEED204EBD62}" destId="{F3DDDABF-3884-426E-912C-377B1B22B6AE}" srcOrd="1" destOrd="0" presId="urn:microsoft.com/office/officeart/2016/7/layout/RepeatingBendingProcessNew"/>
    <dgm:cxn modelId="{167C4820-43C6-485C-B39B-92F7D6199857}" srcId="{71F8E5B9-BD64-466E-A5BB-1307548DE666}" destId="{CC005000-DE67-476B-9600-68F9148CFBE6}" srcOrd="1" destOrd="0" parTransId="{5484F797-4194-4FB3-BBFB-0B2746F83695}" sibTransId="{51EF19C4-6D8F-4392-B37C-6226E7C89778}"/>
    <dgm:cxn modelId="{21E0DC28-2E0E-4DA3-B3DA-B3EA4027174C}" srcId="{71F8E5B9-BD64-466E-A5BB-1307548DE666}" destId="{64F9A40D-4139-4A9A-9187-32ADD5CFB006}" srcOrd="5" destOrd="0" parTransId="{C9FCB711-C9D9-4414-B84F-E7550CE24F17}" sibTransId="{926D6357-6082-4930-93FB-D74319A6F587}"/>
    <dgm:cxn modelId="{77272B3E-3219-48A4-9963-ECEF1897C92C}" type="presOf" srcId="{800E239F-90B0-49B8-99BC-77680076598A}" destId="{BF2B1214-4E96-4A1E-A097-FCE7F95F2383}" srcOrd="0" destOrd="0" presId="urn:microsoft.com/office/officeart/2016/7/layout/RepeatingBendingProcessNew"/>
    <dgm:cxn modelId="{39EAC942-B1AE-49A7-98AB-2007AC58E15B}" type="presOf" srcId="{926D6357-6082-4930-93FB-D74319A6F587}" destId="{6725BC4A-9317-489E-A178-9D267F21573C}" srcOrd="0" destOrd="0" presId="urn:microsoft.com/office/officeart/2016/7/layout/RepeatingBendingProcessNew"/>
    <dgm:cxn modelId="{7517BB63-B599-4E87-B114-D6DC2F3510CD}" type="presOf" srcId="{C25A0165-3E70-4C01-B5FD-D666BBAF6C2C}" destId="{8F627CCA-F869-4950-889C-12C47F4EFBDC}" srcOrd="1" destOrd="0" presId="urn:microsoft.com/office/officeart/2016/7/layout/RepeatingBendingProcessNew"/>
    <dgm:cxn modelId="{4E749644-6896-4190-B0E8-A8149CB2BAE5}" type="presOf" srcId="{058CA470-4D46-411D-9E1A-06B9351337B8}" destId="{DCCDD285-3198-4B47-BD05-6C2E66806055}" srcOrd="0" destOrd="0" presId="urn:microsoft.com/office/officeart/2016/7/layout/RepeatingBendingProcessNew"/>
    <dgm:cxn modelId="{846EC847-05E5-4372-BD30-2C298C1E8746}" type="presOf" srcId="{A740314B-B964-407F-A4F0-A698B8C3E960}" destId="{A6145901-A319-4985-9B84-B3FBBDAB2C83}" srcOrd="0" destOrd="0" presId="urn:microsoft.com/office/officeart/2016/7/layout/RepeatingBendingProcessNew"/>
    <dgm:cxn modelId="{59ED874D-D4FC-4BBD-817A-EDAC4151B5DC}" type="presOf" srcId="{CC005000-DE67-476B-9600-68F9148CFBE6}" destId="{ED9FA65F-1DD3-4D92-8E2D-5D7260842AAA}" srcOrd="0" destOrd="0" presId="urn:microsoft.com/office/officeart/2016/7/layout/RepeatingBendingProcessNew"/>
    <dgm:cxn modelId="{B1803651-D410-41A8-BECF-1A43553DBFED}" srcId="{71F8E5B9-BD64-466E-A5BB-1307548DE666}" destId="{798A6AD8-F221-4108-8A5F-2D44EEEC8C06}" srcOrd="7" destOrd="0" parTransId="{A335AA66-D3CB-40FD-95C2-0D76FA7C53F6}" sibTransId="{176AFEFE-E94A-446D-A6A9-BEED204EBD62}"/>
    <dgm:cxn modelId="{1B076271-9075-4894-9EF2-6068F1E73F1C}" type="presOf" srcId="{798A6AD8-F221-4108-8A5F-2D44EEEC8C06}" destId="{11FD8544-6112-4EA2-88E7-14EB8320BCA1}" srcOrd="0" destOrd="0" presId="urn:microsoft.com/office/officeart/2016/7/layout/RepeatingBendingProcessNew"/>
    <dgm:cxn modelId="{96FC1155-0F2E-4744-AA2A-3F2D3B90C3FE}" type="presOf" srcId="{F0185ED5-D72A-4DA4-AB01-752DDA416156}" destId="{4411CD14-39F0-4177-92A4-3B814FADC19E}" srcOrd="0" destOrd="0" presId="urn:microsoft.com/office/officeart/2016/7/layout/RepeatingBendingProcessNew"/>
    <dgm:cxn modelId="{9B63F656-9841-493A-92AF-66C4F465197B}" type="presOf" srcId="{66676476-20A2-4666-9812-D4A562E1FC5C}" destId="{E6A91623-87D3-4EB6-B977-87BB5B56A6EC}" srcOrd="0" destOrd="0" presId="urn:microsoft.com/office/officeart/2016/7/layout/RepeatingBendingProcessNew"/>
    <dgm:cxn modelId="{9EC26A77-788E-4C8D-88C8-554257CAB6B1}" type="presOf" srcId="{800E239F-90B0-49B8-99BC-77680076598A}" destId="{2D74E28C-759B-4B27-8A64-96077F342A5E}" srcOrd="1" destOrd="0" presId="urn:microsoft.com/office/officeart/2016/7/layout/RepeatingBendingProcessNew"/>
    <dgm:cxn modelId="{2CD90E58-232B-4AEE-AADF-2965487251B0}" type="presOf" srcId="{C25A0165-3E70-4C01-B5FD-D666BBAF6C2C}" destId="{B9B1B1F4-2394-4F92-B3EF-62B8D50BFED8}" srcOrd="0" destOrd="0" presId="urn:microsoft.com/office/officeart/2016/7/layout/RepeatingBendingProcessNew"/>
    <dgm:cxn modelId="{E922047B-8473-4D0F-B440-FF95979481BA}" type="presOf" srcId="{72F8DDE7-AC73-42F0-AA36-B5142D6FEC2E}" destId="{FB409539-2E22-4939-A069-989578ABF227}" srcOrd="0" destOrd="0" presId="urn:microsoft.com/office/officeart/2016/7/layout/RepeatingBendingProcessNew"/>
    <dgm:cxn modelId="{E570A485-4E8D-47C3-AF1E-537F9651DA8E}" type="presOf" srcId="{51EF19C4-6D8F-4392-B37C-6226E7C89778}" destId="{A6D2FC48-AB00-4568-B825-54C8F2676808}" srcOrd="1" destOrd="0" presId="urn:microsoft.com/office/officeart/2016/7/layout/RepeatingBendingProcessNew"/>
    <dgm:cxn modelId="{290D9190-CC7B-4899-AAED-03F142955C9B}" type="presOf" srcId="{64F9A40D-4139-4A9A-9187-32ADD5CFB006}" destId="{4D0AF931-267D-4C56-AB8B-A2BD60F7B91B}" srcOrd="0" destOrd="0" presId="urn:microsoft.com/office/officeart/2016/7/layout/RepeatingBendingProcessNew"/>
    <dgm:cxn modelId="{BEA57097-5306-4485-AAA0-20B0D100FCDE}" srcId="{71F8E5B9-BD64-466E-A5BB-1307548DE666}" destId="{66676476-20A2-4666-9812-D4A562E1FC5C}" srcOrd="2" destOrd="0" parTransId="{A26E28B0-C928-4465-98EE-A95E16151DD1}" sibTransId="{F0185ED5-D72A-4DA4-AB01-752DDA416156}"/>
    <dgm:cxn modelId="{A8922CA8-9705-4A96-BCE9-5146AE576210}" type="presOf" srcId="{F0185ED5-D72A-4DA4-AB01-752DDA416156}" destId="{1EF02E2A-7DC7-49B5-A3FC-703C0D8DBC92}" srcOrd="1" destOrd="0" presId="urn:microsoft.com/office/officeart/2016/7/layout/RepeatingBendingProcessNew"/>
    <dgm:cxn modelId="{FF4D57A8-5D73-451D-AE51-3BBEC6EDA0D2}" type="presOf" srcId="{F2CD2E27-5F85-4219-97AA-6B4B75006E78}" destId="{61F34014-E972-4CAA-AB1B-AE1553B013C8}" srcOrd="0" destOrd="0" presId="urn:microsoft.com/office/officeart/2016/7/layout/RepeatingBendingProcessNew"/>
    <dgm:cxn modelId="{AB421BAE-BA64-4F95-9539-507B10303E3D}" type="presOf" srcId="{7413C745-0DF7-4F65-B8FD-CE5095211874}" destId="{DB1C9A38-33F3-47D9-9E1D-970A2B2990A0}" srcOrd="1" destOrd="0" presId="urn:microsoft.com/office/officeart/2016/7/layout/RepeatingBendingProcessNew"/>
    <dgm:cxn modelId="{AE8BCEAF-44A2-49AF-9D0D-32D5E4EA28B4}" srcId="{71F8E5B9-BD64-466E-A5BB-1307548DE666}" destId="{058CA470-4D46-411D-9E1A-06B9351337B8}" srcOrd="4" destOrd="0" parTransId="{CB265169-9EFB-4611-A643-EB2930589D0D}" sibTransId="{F2CD2E27-5F85-4219-97AA-6B4B75006E78}"/>
    <dgm:cxn modelId="{D83674B5-08B2-42F6-8B2D-F4D2405B1841}" srcId="{71F8E5B9-BD64-466E-A5BB-1307548DE666}" destId="{72F8DDE7-AC73-42F0-AA36-B5142D6FEC2E}" srcOrd="0" destOrd="0" parTransId="{E19C7133-3C39-45F4-9142-705306DF81F7}" sibTransId="{800E239F-90B0-49B8-99BC-77680076598A}"/>
    <dgm:cxn modelId="{DC5E43B7-1318-441A-847C-8B9DBFDF927C}" type="presOf" srcId="{7413C745-0DF7-4F65-B8FD-CE5095211874}" destId="{E866496C-57A2-43B3-891A-CC8F81B90CAB}" srcOrd="0" destOrd="0" presId="urn:microsoft.com/office/officeart/2016/7/layout/RepeatingBendingProcessNew"/>
    <dgm:cxn modelId="{44B974BD-91A0-42FA-9BF9-6B13726CA32C}" srcId="{71F8E5B9-BD64-466E-A5BB-1307548DE666}" destId="{DD0CDE33-CF3F-494C-AC98-6910E7174D77}" srcOrd="8" destOrd="0" parTransId="{BB9D245C-0DBD-472F-AA72-C400CF0631A1}" sibTransId="{D3B5BC5C-8B8D-42D6-A4BF-22CFE5C8E464}"/>
    <dgm:cxn modelId="{D8AF57C3-C9A0-443F-95EA-4412FBE97222}" srcId="{71F8E5B9-BD64-466E-A5BB-1307548DE666}" destId="{A740314B-B964-407F-A4F0-A698B8C3E960}" srcOrd="3" destOrd="0" parTransId="{7684B915-E22F-4D1C-B7D0-AFD0EA04F812}" sibTransId="{7413C745-0DF7-4F65-B8FD-CE5095211874}"/>
    <dgm:cxn modelId="{6423D3CD-48AC-456B-879B-EE50602AB46C}" type="presOf" srcId="{F2CD2E27-5F85-4219-97AA-6B4B75006E78}" destId="{29AC7A82-0DE6-4CDF-BD80-9DBA0ACDEF49}" srcOrd="1" destOrd="0" presId="urn:microsoft.com/office/officeart/2016/7/layout/RepeatingBendingProcessNew"/>
    <dgm:cxn modelId="{82960AEC-F048-49C0-BF0E-1B75261D8856}" type="presOf" srcId="{401B50AC-E716-4E79-A959-8C99265491A4}" destId="{35C8B172-E8E2-42C6-8106-DB3A0C99F258}" srcOrd="0" destOrd="0" presId="urn:microsoft.com/office/officeart/2016/7/layout/RepeatingBendingProcessNew"/>
    <dgm:cxn modelId="{A0DB40F2-E3E4-4CAF-A133-935428FDACAC}" srcId="{71F8E5B9-BD64-466E-A5BB-1307548DE666}" destId="{401B50AC-E716-4E79-A959-8C99265491A4}" srcOrd="6" destOrd="0" parTransId="{9DC03F10-61B9-49F5-8416-F56B6070C4AA}" sibTransId="{C25A0165-3E70-4C01-B5FD-D666BBAF6C2C}"/>
    <dgm:cxn modelId="{255363F8-DF1C-406D-A9FC-0C093BA011FE}" type="presOf" srcId="{51EF19C4-6D8F-4392-B37C-6226E7C89778}" destId="{272FBACC-D187-421E-BAFF-1905C76CD283}" srcOrd="0" destOrd="0" presId="urn:microsoft.com/office/officeart/2016/7/layout/RepeatingBendingProcessNew"/>
    <dgm:cxn modelId="{06B59FF9-3628-46DD-A54C-FAE153DA3EBD}" type="presOf" srcId="{DD0CDE33-CF3F-494C-AC98-6910E7174D77}" destId="{8E49A321-EFDA-4B9E-AEE3-1649E4C68047}" srcOrd="0" destOrd="0" presId="urn:microsoft.com/office/officeart/2016/7/layout/RepeatingBendingProcessNew"/>
    <dgm:cxn modelId="{643EF8FF-CF95-4D12-A125-7869268E3C23}" type="presOf" srcId="{926D6357-6082-4930-93FB-D74319A6F587}" destId="{CF0F432C-9DB5-4C0E-9274-A34BE9803DD8}" srcOrd="1" destOrd="0" presId="urn:microsoft.com/office/officeart/2016/7/layout/RepeatingBendingProcessNew"/>
    <dgm:cxn modelId="{A6D9B75E-1757-4C34-A128-E7BF5A64F13E}" type="presParOf" srcId="{24DE2F05-9B05-4CE7-A1C1-7D1AB86A2A39}" destId="{FB409539-2E22-4939-A069-989578ABF227}" srcOrd="0" destOrd="0" presId="urn:microsoft.com/office/officeart/2016/7/layout/RepeatingBendingProcessNew"/>
    <dgm:cxn modelId="{4AAAFF40-37FF-4801-92D7-51309581A156}" type="presParOf" srcId="{24DE2F05-9B05-4CE7-A1C1-7D1AB86A2A39}" destId="{BF2B1214-4E96-4A1E-A097-FCE7F95F2383}" srcOrd="1" destOrd="0" presId="urn:microsoft.com/office/officeart/2016/7/layout/RepeatingBendingProcessNew"/>
    <dgm:cxn modelId="{58069A97-EC03-4E88-8836-A240485F46B8}" type="presParOf" srcId="{BF2B1214-4E96-4A1E-A097-FCE7F95F2383}" destId="{2D74E28C-759B-4B27-8A64-96077F342A5E}" srcOrd="0" destOrd="0" presId="urn:microsoft.com/office/officeart/2016/7/layout/RepeatingBendingProcessNew"/>
    <dgm:cxn modelId="{38C8AE54-3FA3-4B7C-8967-08E58C3D1C7F}" type="presParOf" srcId="{24DE2F05-9B05-4CE7-A1C1-7D1AB86A2A39}" destId="{ED9FA65F-1DD3-4D92-8E2D-5D7260842AAA}" srcOrd="2" destOrd="0" presId="urn:microsoft.com/office/officeart/2016/7/layout/RepeatingBendingProcessNew"/>
    <dgm:cxn modelId="{303BE192-E506-4827-8C43-EA3C2662C121}" type="presParOf" srcId="{24DE2F05-9B05-4CE7-A1C1-7D1AB86A2A39}" destId="{272FBACC-D187-421E-BAFF-1905C76CD283}" srcOrd="3" destOrd="0" presId="urn:microsoft.com/office/officeart/2016/7/layout/RepeatingBendingProcessNew"/>
    <dgm:cxn modelId="{64E04563-4F7D-48F6-A78A-FB60BB5181E1}" type="presParOf" srcId="{272FBACC-D187-421E-BAFF-1905C76CD283}" destId="{A6D2FC48-AB00-4568-B825-54C8F2676808}" srcOrd="0" destOrd="0" presId="urn:microsoft.com/office/officeart/2016/7/layout/RepeatingBendingProcessNew"/>
    <dgm:cxn modelId="{8BE23CFC-FD72-4FBF-B55D-B657E4792167}" type="presParOf" srcId="{24DE2F05-9B05-4CE7-A1C1-7D1AB86A2A39}" destId="{E6A91623-87D3-4EB6-B977-87BB5B56A6EC}" srcOrd="4" destOrd="0" presId="urn:microsoft.com/office/officeart/2016/7/layout/RepeatingBendingProcessNew"/>
    <dgm:cxn modelId="{C1C3CFEB-1B81-41A4-A955-26AEA1244C46}" type="presParOf" srcId="{24DE2F05-9B05-4CE7-A1C1-7D1AB86A2A39}" destId="{4411CD14-39F0-4177-92A4-3B814FADC19E}" srcOrd="5" destOrd="0" presId="urn:microsoft.com/office/officeart/2016/7/layout/RepeatingBendingProcessNew"/>
    <dgm:cxn modelId="{6A96709E-0542-4408-A0FD-9F19E4E4E0CB}" type="presParOf" srcId="{4411CD14-39F0-4177-92A4-3B814FADC19E}" destId="{1EF02E2A-7DC7-49B5-A3FC-703C0D8DBC92}" srcOrd="0" destOrd="0" presId="urn:microsoft.com/office/officeart/2016/7/layout/RepeatingBendingProcessNew"/>
    <dgm:cxn modelId="{668BAF8E-D270-4C05-BDDD-D50F5522D734}" type="presParOf" srcId="{24DE2F05-9B05-4CE7-A1C1-7D1AB86A2A39}" destId="{A6145901-A319-4985-9B84-B3FBBDAB2C83}" srcOrd="6" destOrd="0" presId="urn:microsoft.com/office/officeart/2016/7/layout/RepeatingBendingProcessNew"/>
    <dgm:cxn modelId="{F3691891-9D03-4CFB-9832-3B2EED059FF2}" type="presParOf" srcId="{24DE2F05-9B05-4CE7-A1C1-7D1AB86A2A39}" destId="{E866496C-57A2-43B3-891A-CC8F81B90CAB}" srcOrd="7" destOrd="0" presId="urn:microsoft.com/office/officeart/2016/7/layout/RepeatingBendingProcessNew"/>
    <dgm:cxn modelId="{E2E6EBC5-0EA3-4ED0-9DD1-87FF77A619F4}" type="presParOf" srcId="{E866496C-57A2-43B3-891A-CC8F81B90CAB}" destId="{DB1C9A38-33F3-47D9-9E1D-970A2B2990A0}" srcOrd="0" destOrd="0" presId="urn:microsoft.com/office/officeart/2016/7/layout/RepeatingBendingProcessNew"/>
    <dgm:cxn modelId="{2827B7A4-8182-4F12-B27F-68FAA23AACA4}" type="presParOf" srcId="{24DE2F05-9B05-4CE7-A1C1-7D1AB86A2A39}" destId="{DCCDD285-3198-4B47-BD05-6C2E66806055}" srcOrd="8" destOrd="0" presId="urn:microsoft.com/office/officeart/2016/7/layout/RepeatingBendingProcessNew"/>
    <dgm:cxn modelId="{33D758B8-1C8A-489D-BAB4-BB338A2D88BF}" type="presParOf" srcId="{24DE2F05-9B05-4CE7-A1C1-7D1AB86A2A39}" destId="{61F34014-E972-4CAA-AB1B-AE1553B013C8}" srcOrd="9" destOrd="0" presId="urn:microsoft.com/office/officeart/2016/7/layout/RepeatingBendingProcessNew"/>
    <dgm:cxn modelId="{787AD355-3B0A-43D0-ADF0-46BCBB4739DB}" type="presParOf" srcId="{61F34014-E972-4CAA-AB1B-AE1553B013C8}" destId="{29AC7A82-0DE6-4CDF-BD80-9DBA0ACDEF49}" srcOrd="0" destOrd="0" presId="urn:microsoft.com/office/officeart/2016/7/layout/RepeatingBendingProcessNew"/>
    <dgm:cxn modelId="{575015C6-EF45-437D-801B-1E2D20100736}" type="presParOf" srcId="{24DE2F05-9B05-4CE7-A1C1-7D1AB86A2A39}" destId="{4D0AF931-267D-4C56-AB8B-A2BD60F7B91B}" srcOrd="10" destOrd="0" presId="urn:microsoft.com/office/officeart/2016/7/layout/RepeatingBendingProcessNew"/>
    <dgm:cxn modelId="{A8F4EE27-22B1-4631-9261-05A1CE7D92F3}" type="presParOf" srcId="{24DE2F05-9B05-4CE7-A1C1-7D1AB86A2A39}" destId="{6725BC4A-9317-489E-A178-9D267F21573C}" srcOrd="11" destOrd="0" presId="urn:microsoft.com/office/officeart/2016/7/layout/RepeatingBendingProcessNew"/>
    <dgm:cxn modelId="{F99FFA26-D65F-49A4-8CD6-A3CD835927E8}" type="presParOf" srcId="{6725BC4A-9317-489E-A178-9D267F21573C}" destId="{CF0F432C-9DB5-4C0E-9274-A34BE9803DD8}" srcOrd="0" destOrd="0" presId="urn:microsoft.com/office/officeart/2016/7/layout/RepeatingBendingProcessNew"/>
    <dgm:cxn modelId="{2BD253E3-DA7F-4542-9A83-EE41F218ECA0}" type="presParOf" srcId="{24DE2F05-9B05-4CE7-A1C1-7D1AB86A2A39}" destId="{35C8B172-E8E2-42C6-8106-DB3A0C99F258}" srcOrd="12" destOrd="0" presId="urn:microsoft.com/office/officeart/2016/7/layout/RepeatingBendingProcessNew"/>
    <dgm:cxn modelId="{9D363E96-55B4-4F7F-A271-D5470C80410E}" type="presParOf" srcId="{24DE2F05-9B05-4CE7-A1C1-7D1AB86A2A39}" destId="{B9B1B1F4-2394-4F92-B3EF-62B8D50BFED8}" srcOrd="13" destOrd="0" presId="urn:microsoft.com/office/officeart/2016/7/layout/RepeatingBendingProcessNew"/>
    <dgm:cxn modelId="{A1AC63AA-9710-46F3-9819-C1178BD89F37}" type="presParOf" srcId="{B9B1B1F4-2394-4F92-B3EF-62B8D50BFED8}" destId="{8F627CCA-F869-4950-889C-12C47F4EFBDC}" srcOrd="0" destOrd="0" presId="urn:microsoft.com/office/officeart/2016/7/layout/RepeatingBendingProcessNew"/>
    <dgm:cxn modelId="{8FFADA4D-79FA-4852-AD43-813BFCF27DFB}" type="presParOf" srcId="{24DE2F05-9B05-4CE7-A1C1-7D1AB86A2A39}" destId="{11FD8544-6112-4EA2-88E7-14EB8320BCA1}" srcOrd="14" destOrd="0" presId="urn:microsoft.com/office/officeart/2016/7/layout/RepeatingBendingProcessNew"/>
    <dgm:cxn modelId="{9D9CC31E-D2C7-4B45-931A-968D3163F1AB}" type="presParOf" srcId="{24DE2F05-9B05-4CE7-A1C1-7D1AB86A2A39}" destId="{06EF4D9C-5BE5-4A68-9343-85DC63C823A8}" srcOrd="15" destOrd="0" presId="urn:microsoft.com/office/officeart/2016/7/layout/RepeatingBendingProcessNew"/>
    <dgm:cxn modelId="{D6BA128C-5823-4BF9-A1A0-B8935031B6D2}" type="presParOf" srcId="{06EF4D9C-5BE5-4A68-9343-85DC63C823A8}" destId="{F3DDDABF-3884-426E-912C-377B1B22B6AE}" srcOrd="0" destOrd="0" presId="urn:microsoft.com/office/officeart/2016/7/layout/RepeatingBendingProcessNew"/>
    <dgm:cxn modelId="{4FA93BA3-A9C3-4312-AA81-7E84E9085EE7}" type="presParOf" srcId="{24DE2F05-9B05-4CE7-A1C1-7D1AB86A2A39}" destId="{8E49A321-EFDA-4B9E-AEE3-1649E4C68047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687FBB0-5824-48EF-BCE5-226B3449015B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6D228AE9-C5F0-4994-9F5C-39127133292B}">
      <dgm:prSet/>
      <dgm:spPr/>
      <dgm:t>
        <a:bodyPr/>
        <a:lstStyle/>
        <a:p>
          <a:r>
            <a:rPr lang="en-PK" b="1" i="0" baseline="0" dirty="0"/>
            <a:t>Resolution Optimization</a:t>
          </a:r>
          <a:r>
            <a:rPr lang="en-PK" b="0" i="0" baseline="0" dirty="0"/>
            <a:t> Use low-resolution inputs (e.g., 96×96 or 128×128 pixels) to reduce computational load while preserving detection accuracy.</a:t>
          </a:r>
          <a:endParaRPr lang="en-US" dirty="0"/>
        </a:p>
      </dgm:t>
    </dgm:pt>
    <dgm:pt modelId="{F1B8D95F-C7C3-4584-9AA9-F144EEAEFA9C}" type="parTrans" cxnId="{D77C673F-A0D5-4B8A-8D36-7F65B6A514B1}">
      <dgm:prSet/>
      <dgm:spPr/>
      <dgm:t>
        <a:bodyPr/>
        <a:lstStyle/>
        <a:p>
          <a:endParaRPr lang="en-US"/>
        </a:p>
      </dgm:t>
    </dgm:pt>
    <dgm:pt modelId="{B352DCAA-C74C-45F6-8101-960CA0399E60}" type="sibTrans" cxnId="{D77C673F-A0D5-4B8A-8D36-7F65B6A514B1}">
      <dgm:prSet phldrT="1" phldr="0"/>
      <dgm:spPr/>
      <dgm:t>
        <a:bodyPr/>
        <a:lstStyle/>
        <a:p>
          <a:endParaRPr lang="en-US"/>
        </a:p>
      </dgm:t>
    </dgm:pt>
    <dgm:pt modelId="{AABFF4BE-EB80-4447-9A1A-810D657136DB}">
      <dgm:prSet/>
      <dgm:spPr/>
      <dgm:t>
        <a:bodyPr/>
        <a:lstStyle/>
        <a:p>
          <a:r>
            <a:rPr lang="en-PK" b="0" i="0" baseline="0"/>
            <a:t>Example: Visual Wake Words dataset uses 96×96 grayscale images for person detection.</a:t>
          </a:r>
          <a:endParaRPr lang="en-US"/>
        </a:p>
      </dgm:t>
    </dgm:pt>
    <dgm:pt modelId="{637CC186-2FED-4677-BADD-8DEE1BE60325}" type="parTrans" cxnId="{39BDD3B3-E8D5-444D-AECA-2BDFBDDCEA9E}">
      <dgm:prSet/>
      <dgm:spPr/>
      <dgm:t>
        <a:bodyPr/>
        <a:lstStyle/>
        <a:p>
          <a:endParaRPr lang="en-US"/>
        </a:p>
      </dgm:t>
    </dgm:pt>
    <dgm:pt modelId="{8CDE5DF1-23D8-41B0-81C6-F5A990C696B1}" type="sibTrans" cxnId="{39BDD3B3-E8D5-444D-AECA-2BDFBDDCEA9E}">
      <dgm:prSet phldrT="2" phldr="0"/>
      <dgm:spPr/>
      <dgm:t>
        <a:bodyPr/>
        <a:lstStyle/>
        <a:p>
          <a:endParaRPr lang="en-US"/>
        </a:p>
      </dgm:t>
    </dgm:pt>
    <dgm:pt modelId="{65E054EE-D22C-4574-B71F-B1D694751817}">
      <dgm:prSet/>
      <dgm:spPr/>
      <dgm:t>
        <a:bodyPr/>
        <a:lstStyle/>
        <a:p>
          <a:r>
            <a:rPr lang="en-PK" b="1" i="0" baseline="0"/>
            <a:t>Model Architecture Selection</a:t>
          </a:r>
          <a:r>
            <a:rPr lang="en-PK" b="0" i="0" baseline="0"/>
            <a:t> Choose lightweight models like MobileNet-SSD or FOMO for resource-constrained devices.</a:t>
          </a:r>
          <a:endParaRPr lang="en-US"/>
        </a:p>
      </dgm:t>
    </dgm:pt>
    <dgm:pt modelId="{F651EA24-C89A-480E-90CF-AAD0098577DB}" type="parTrans" cxnId="{B8FABE2F-26DF-4C69-B4A8-D6A7A72096F7}">
      <dgm:prSet/>
      <dgm:spPr/>
      <dgm:t>
        <a:bodyPr/>
        <a:lstStyle/>
        <a:p>
          <a:endParaRPr lang="en-US"/>
        </a:p>
      </dgm:t>
    </dgm:pt>
    <dgm:pt modelId="{3FCF4521-7985-4117-B86A-8A7A75BA22CB}" type="sibTrans" cxnId="{B8FABE2F-26DF-4C69-B4A8-D6A7A72096F7}">
      <dgm:prSet phldrT="3" phldr="0"/>
      <dgm:spPr/>
      <dgm:t>
        <a:bodyPr/>
        <a:lstStyle/>
        <a:p>
          <a:endParaRPr lang="en-US"/>
        </a:p>
      </dgm:t>
    </dgm:pt>
    <dgm:pt modelId="{37B11F5E-41E3-4436-99ED-C28C655E5398}">
      <dgm:prSet/>
      <dgm:spPr/>
      <dgm:t>
        <a:bodyPr/>
        <a:lstStyle/>
        <a:p>
          <a:r>
            <a:rPr lang="en-PK" b="0" i="0" baseline="0"/>
            <a:t>MobileNet uses depthwise separable convolutions to balance efficiency and feature extraction.</a:t>
          </a:r>
          <a:endParaRPr lang="en-US"/>
        </a:p>
      </dgm:t>
    </dgm:pt>
    <dgm:pt modelId="{66EF94BD-F308-4DFF-83BA-E8D9B7614728}" type="parTrans" cxnId="{043183AD-8345-4E07-B251-0A0EF18D2324}">
      <dgm:prSet/>
      <dgm:spPr/>
      <dgm:t>
        <a:bodyPr/>
        <a:lstStyle/>
        <a:p>
          <a:endParaRPr lang="en-US"/>
        </a:p>
      </dgm:t>
    </dgm:pt>
    <dgm:pt modelId="{56883D84-0D17-4303-9857-5EB1DBD1F07E}" type="sibTrans" cxnId="{043183AD-8345-4E07-B251-0A0EF18D2324}">
      <dgm:prSet phldrT="4" phldr="0"/>
      <dgm:spPr/>
      <dgm:t>
        <a:bodyPr/>
        <a:lstStyle/>
        <a:p>
          <a:endParaRPr lang="en-US"/>
        </a:p>
      </dgm:t>
    </dgm:pt>
    <dgm:pt modelId="{A1FC2D01-FAB7-4443-8BA7-3B1D90E0B38B}">
      <dgm:prSet/>
      <dgm:spPr/>
      <dgm:t>
        <a:bodyPr/>
        <a:lstStyle/>
        <a:p>
          <a:r>
            <a:rPr lang="en-PK" b="1" i="0" baseline="0"/>
            <a:t>Hybrid Edge-Cloud Approaches</a:t>
          </a:r>
          <a:r>
            <a:rPr lang="en-PK" b="0" i="0" baseline="0"/>
            <a:t> Combine local inference with cloud-based verification for improved accuracy.</a:t>
          </a:r>
          <a:endParaRPr lang="en-US"/>
        </a:p>
      </dgm:t>
    </dgm:pt>
    <dgm:pt modelId="{BA2E56A0-BAD7-47FD-A194-0376F179EBC4}" type="parTrans" cxnId="{5121600C-A374-4398-99E9-4468961ED1DA}">
      <dgm:prSet/>
      <dgm:spPr/>
      <dgm:t>
        <a:bodyPr/>
        <a:lstStyle/>
        <a:p>
          <a:endParaRPr lang="en-US"/>
        </a:p>
      </dgm:t>
    </dgm:pt>
    <dgm:pt modelId="{971D631E-FF69-4840-8D7E-605A5582DAE3}" type="sibTrans" cxnId="{5121600C-A374-4398-99E9-4468961ED1DA}">
      <dgm:prSet phldrT="5" phldr="0"/>
      <dgm:spPr/>
      <dgm:t>
        <a:bodyPr/>
        <a:lstStyle/>
        <a:p>
          <a:endParaRPr lang="en-US"/>
        </a:p>
      </dgm:t>
    </dgm:pt>
    <dgm:pt modelId="{2A30F9A1-9CA7-42F8-BB89-8075AF2A4C0A}">
      <dgm:prSet/>
      <dgm:spPr/>
      <dgm:t>
        <a:bodyPr/>
        <a:lstStyle/>
        <a:p>
          <a:r>
            <a:rPr lang="en-PK" b="0" i="0" baseline="0"/>
            <a:t>Example: EagleEye project uses local processing with cloud-assisted labeling.</a:t>
          </a:r>
          <a:endParaRPr lang="en-US"/>
        </a:p>
      </dgm:t>
    </dgm:pt>
    <dgm:pt modelId="{9701DE69-51F5-42DF-B905-91809C8E3A93}" type="parTrans" cxnId="{179DB6E2-64B9-4116-ACD2-4849E4C24257}">
      <dgm:prSet/>
      <dgm:spPr/>
      <dgm:t>
        <a:bodyPr/>
        <a:lstStyle/>
        <a:p>
          <a:endParaRPr lang="en-US"/>
        </a:p>
      </dgm:t>
    </dgm:pt>
    <dgm:pt modelId="{2A4E9D78-D307-4ECD-96A4-312FE01B17AE}" type="sibTrans" cxnId="{179DB6E2-64B9-4116-ACD2-4849E4C24257}">
      <dgm:prSet phldrT="6" phldr="0"/>
      <dgm:spPr/>
      <dgm:t>
        <a:bodyPr/>
        <a:lstStyle/>
        <a:p>
          <a:endParaRPr lang="en-US"/>
        </a:p>
      </dgm:t>
    </dgm:pt>
    <dgm:pt modelId="{76994ECE-0480-40A0-8B2E-100239B6B590}" type="pres">
      <dgm:prSet presAssocID="{4687FBB0-5824-48EF-BCE5-226B3449015B}" presName="vert0" presStyleCnt="0">
        <dgm:presLayoutVars>
          <dgm:dir/>
          <dgm:animOne val="branch"/>
          <dgm:animLvl val="lvl"/>
        </dgm:presLayoutVars>
      </dgm:prSet>
      <dgm:spPr/>
    </dgm:pt>
    <dgm:pt modelId="{B471535D-637D-4A54-B3C5-62910F80AE59}" type="pres">
      <dgm:prSet presAssocID="{6D228AE9-C5F0-4994-9F5C-39127133292B}" presName="thickLine" presStyleLbl="alignNode1" presStyleIdx="0" presStyleCnt="6"/>
      <dgm:spPr/>
    </dgm:pt>
    <dgm:pt modelId="{0938734B-4B9E-4450-9FE9-6BDFDAC356C5}" type="pres">
      <dgm:prSet presAssocID="{6D228AE9-C5F0-4994-9F5C-39127133292B}" presName="horz1" presStyleCnt="0"/>
      <dgm:spPr/>
    </dgm:pt>
    <dgm:pt modelId="{01E1FE41-BF43-41C0-ACEE-58060089E3C3}" type="pres">
      <dgm:prSet presAssocID="{6D228AE9-C5F0-4994-9F5C-39127133292B}" presName="tx1" presStyleLbl="revTx" presStyleIdx="0" presStyleCnt="6"/>
      <dgm:spPr/>
    </dgm:pt>
    <dgm:pt modelId="{7DCB91B0-A2B9-4D3B-915B-1C56240D4F2A}" type="pres">
      <dgm:prSet presAssocID="{6D228AE9-C5F0-4994-9F5C-39127133292B}" presName="vert1" presStyleCnt="0"/>
      <dgm:spPr/>
    </dgm:pt>
    <dgm:pt modelId="{32FF4AFE-E9E9-48DD-AAF9-629FE6C54BE6}" type="pres">
      <dgm:prSet presAssocID="{AABFF4BE-EB80-4447-9A1A-810D657136DB}" presName="thickLine" presStyleLbl="alignNode1" presStyleIdx="1" presStyleCnt="6"/>
      <dgm:spPr/>
    </dgm:pt>
    <dgm:pt modelId="{E07B6000-5E65-4A02-B7A0-40578CD66B6A}" type="pres">
      <dgm:prSet presAssocID="{AABFF4BE-EB80-4447-9A1A-810D657136DB}" presName="horz1" presStyleCnt="0"/>
      <dgm:spPr/>
    </dgm:pt>
    <dgm:pt modelId="{A691E874-9040-445C-BDF6-3AE36DF24137}" type="pres">
      <dgm:prSet presAssocID="{AABFF4BE-EB80-4447-9A1A-810D657136DB}" presName="tx1" presStyleLbl="revTx" presStyleIdx="1" presStyleCnt="6"/>
      <dgm:spPr/>
    </dgm:pt>
    <dgm:pt modelId="{2E1873D6-090F-4120-907C-EEB830CE7994}" type="pres">
      <dgm:prSet presAssocID="{AABFF4BE-EB80-4447-9A1A-810D657136DB}" presName="vert1" presStyleCnt="0"/>
      <dgm:spPr/>
    </dgm:pt>
    <dgm:pt modelId="{F3A52B59-E198-4577-AADD-FF8344E21FE8}" type="pres">
      <dgm:prSet presAssocID="{65E054EE-D22C-4574-B71F-B1D694751817}" presName="thickLine" presStyleLbl="alignNode1" presStyleIdx="2" presStyleCnt="6"/>
      <dgm:spPr/>
    </dgm:pt>
    <dgm:pt modelId="{5C0A0CF9-FCAD-4A12-8381-8D37321F3D82}" type="pres">
      <dgm:prSet presAssocID="{65E054EE-D22C-4574-B71F-B1D694751817}" presName="horz1" presStyleCnt="0"/>
      <dgm:spPr/>
    </dgm:pt>
    <dgm:pt modelId="{BF9965EF-2A45-4741-97CE-E0E42247A346}" type="pres">
      <dgm:prSet presAssocID="{65E054EE-D22C-4574-B71F-B1D694751817}" presName="tx1" presStyleLbl="revTx" presStyleIdx="2" presStyleCnt="6"/>
      <dgm:spPr/>
    </dgm:pt>
    <dgm:pt modelId="{B523321F-143A-4EA1-9BCA-9FC005144411}" type="pres">
      <dgm:prSet presAssocID="{65E054EE-D22C-4574-B71F-B1D694751817}" presName="vert1" presStyleCnt="0"/>
      <dgm:spPr/>
    </dgm:pt>
    <dgm:pt modelId="{F16989B7-8D6A-41C9-9236-CDE4498D3EA1}" type="pres">
      <dgm:prSet presAssocID="{37B11F5E-41E3-4436-99ED-C28C655E5398}" presName="thickLine" presStyleLbl="alignNode1" presStyleIdx="3" presStyleCnt="6"/>
      <dgm:spPr/>
    </dgm:pt>
    <dgm:pt modelId="{4AE9EEAE-2CB4-4A01-811C-582616B06C5F}" type="pres">
      <dgm:prSet presAssocID="{37B11F5E-41E3-4436-99ED-C28C655E5398}" presName="horz1" presStyleCnt="0"/>
      <dgm:spPr/>
    </dgm:pt>
    <dgm:pt modelId="{7FE6C7FC-312D-44D3-ADE7-022A25234183}" type="pres">
      <dgm:prSet presAssocID="{37B11F5E-41E3-4436-99ED-C28C655E5398}" presName="tx1" presStyleLbl="revTx" presStyleIdx="3" presStyleCnt="6"/>
      <dgm:spPr/>
    </dgm:pt>
    <dgm:pt modelId="{002AC055-96C2-47B9-8122-49F7D0827E8A}" type="pres">
      <dgm:prSet presAssocID="{37B11F5E-41E3-4436-99ED-C28C655E5398}" presName="vert1" presStyleCnt="0"/>
      <dgm:spPr/>
    </dgm:pt>
    <dgm:pt modelId="{3087C8E3-6E10-44A7-BCD0-47EDBF5CB8B3}" type="pres">
      <dgm:prSet presAssocID="{A1FC2D01-FAB7-4443-8BA7-3B1D90E0B38B}" presName="thickLine" presStyleLbl="alignNode1" presStyleIdx="4" presStyleCnt="6"/>
      <dgm:spPr/>
    </dgm:pt>
    <dgm:pt modelId="{476886DF-4E98-4ADF-A5B4-CCACF8577D31}" type="pres">
      <dgm:prSet presAssocID="{A1FC2D01-FAB7-4443-8BA7-3B1D90E0B38B}" presName="horz1" presStyleCnt="0"/>
      <dgm:spPr/>
    </dgm:pt>
    <dgm:pt modelId="{13B7048B-84F5-4719-B523-1057ADC566B8}" type="pres">
      <dgm:prSet presAssocID="{A1FC2D01-FAB7-4443-8BA7-3B1D90E0B38B}" presName="tx1" presStyleLbl="revTx" presStyleIdx="4" presStyleCnt="6"/>
      <dgm:spPr/>
    </dgm:pt>
    <dgm:pt modelId="{18D60BA2-A9C7-4E9C-A504-D022BDE4FB15}" type="pres">
      <dgm:prSet presAssocID="{A1FC2D01-FAB7-4443-8BA7-3B1D90E0B38B}" presName="vert1" presStyleCnt="0"/>
      <dgm:spPr/>
    </dgm:pt>
    <dgm:pt modelId="{4C030AC2-50D4-4DF7-8BE1-BBEF812F7E14}" type="pres">
      <dgm:prSet presAssocID="{2A30F9A1-9CA7-42F8-BB89-8075AF2A4C0A}" presName="thickLine" presStyleLbl="alignNode1" presStyleIdx="5" presStyleCnt="6"/>
      <dgm:spPr/>
    </dgm:pt>
    <dgm:pt modelId="{DC8A902F-54EF-4AC4-A6DE-4B94CE74EDC1}" type="pres">
      <dgm:prSet presAssocID="{2A30F9A1-9CA7-42F8-BB89-8075AF2A4C0A}" presName="horz1" presStyleCnt="0"/>
      <dgm:spPr/>
    </dgm:pt>
    <dgm:pt modelId="{508BBF31-EBB9-47E8-8FE8-1D2FE7C6A0BB}" type="pres">
      <dgm:prSet presAssocID="{2A30F9A1-9CA7-42F8-BB89-8075AF2A4C0A}" presName="tx1" presStyleLbl="revTx" presStyleIdx="5" presStyleCnt="6"/>
      <dgm:spPr/>
    </dgm:pt>
    <dgm:pt modelId="{EF33D86B-8443-4ABA-91A9-33FA726EE94D}" type="pres">
      <dgm:prSet presAssocID="{2A30F9A1-9CA7-42F8-BB89-8075AF2A4C0A}" presName="vert1" presStyleCnt="0"/>
      <dgm:spPr/>
    </dgm:pt>
  </dgm:ptLst>
  <dgm:cxnLst>
    <dgm:cxn modelId="{5121600C-A374-4398-99E9-4468961ED1DA}" srcId="{4687FBB0-5824-48EF-BCE5-226B3449015B}" destId="{A1FC2D01-FAB7-4443-8BA7-3B1D90E0B38B}" srcOrd="4" destOrd="0" parTransId="{BA2E56A0-BAD7-47FD-A194-0376F179EBC4}" sibTransId="{971D631E-FF69-4840-8D7E-605A5582DAE3}"/>
    <dgm:cxn modelId="{B8FABE2F-26DF-4C69-B4A8-D6A7A72096F7}" srcId="{4687FBB0-5824-48EF-BCE5-226B3449015B}" destId="{65E054EE-D22C-4574-B71F-B1D694751817}" srcOrd="2" destOrd="0" parTransId="{F651EA24-C89A-480E-90CF-AAD0098577DB}" sibTransId="{3FCF4521-7985-4117-B86A-8A7A75BA22CB}"/>
    <dgm:cxn modelId="{D77C673F-A0D5-4B8A-8D36-7F65B6A514B1}" srcId="{4687FBB0-5824-48EF-BCE5-226B3449015B}" destId="{6D228AE9-C5F0-4994-9F5C-39127133292B}" srcOrd="0" destOrd="0" parTransId="{F1B8D95F-C7C3-4584-9AA9-F144EEAEFA9C}" sibTransId="{B352DCAA-C74C-45F6-8101-960CA0399E60}"/>
    <dgm:cxn modelId="{FB806C49-70AE-4270-B33E-100EE8AD0A4C}" type="presOf" srcId="{37B11F5E-41E3-4436-99ED-C28C655E5398}" destId="{7FE6C7FC-312D-44D3-ADE7-022A25234183}" srcOrd="0" destOrd="0" presId="urn:microsoft.com/office/officeart/2008/layout/LinedList"/>
    <dgm:cxn modelId="{2377004A-7EDC-4A37-AB4F-79DAF00BF625}" type="presOf" srcId="{A1FC2D01-FAB7-4443-8BA7-3B1D90E0B38B}" destId="{13B7048B-84F5-4719-B523-1057ADC566B8}" srcOrd="0" destOrd="0" presId="urn:microsoft.com/office/officeart/2008/layout/LinedList"/>
    <dgm:cxn modelId="{5D8DD68D-77D1-4177-AFE1-1783257B9D44}" type="presOf" srcId="{4687FBB0-5824-48EF-BCE5-226B3449015B}" destId="{76994ECE-0480-40A0-8B2E-100239B6B590}" srcOrd="0" destOrd="0" presId="urn:microsoft.com/office/officeart/2008/layout/LinedList"/>
    <dgm:cxn modelId="{043183AD-8345-4E07-B251-0A0EF18D2324}" srcId="{4687FBB0-5824-48EF-BCE5-226B3449015B}" destId="{37B11F5E-41E3-4436-99ED-C28C655E5398}" srcOrd="3" destOrd="0" parTransId="{66EF94BD-F308-4DFF-83BA-E8D9B7614728}" sibTransId="{56883D84-0D17-4303-9857-5EB1DBD1F07E}"/>
    <dgm:cxn modelId="{43DE42B2-DC15-4120-A9FF-92EDAB58BAF3}" type="presOf" srcId="{65E054EE-D22C-4574-B71F-B1D694751817}" destId="{BF9965EF-2A45-4741-97CE-E0E42247A346}" srcOrd="0" destOrd="0" presId="urn:microsoft.com/office/officeart/2008/layout/LinedList"/>
    <dgm:cxn modelId="{39BDD3B3-E8D5-444D-AECA-2BDFBDDCEA9E}" srcId="{4687FBB0-5824-48EF-BCE5-226B3449015B}" destId="{AABFF4BE-EB80-4447-9A1A-810D657136DB}" srcOrd="1" destOrd="0" parTransId="{637CC186-2FED-4677-BADD-8DEE1BE60325}" sibTransId="{8CDE5DF1-23D8-41B0-81C6-F5A990C696B1}"/>
    <dgm:cxn modelId="{BA2841B6-90A8-4155-A29B-48AF27072079}" type="presOf" srcId="{AABFF4BE-EB80-4447-9A1A-810D657136DB}" destId="{A691E874-9040-445C-BDF6-3AE36DF24137}" srcOrd="0" destOrd="0" presId="urn:microsoft.com/office/officeart/2008/layout/LinedList"/>
    <dgm:cxn modelId="{256A92B9-F264-482D-8273-A037F105CC95}" type="presOf" srcId="{2A30F9A1-9CA7-42F8-BB89-8075AF2A4C0A}" destId="{508BBF31-EBB9-47E8-8FE8-1D2FE7C6A0BB}" srcOrd="0" destOrd="0" presId="urn:microsoft.com/office/officeart/2008/layout/LinedList"/>
    <dgm:cxn modelId="{9C0095E1-1C86-41FD-B41D-AFEAD912115A}" type="presOf" srcId="{6D228AE9-C5F0-4994-9F5C-39127133292B}" destId="{01E1FE41-BF43-41C0-ACEE-58060089E3C3}" srcOrd="0" destOrd="0" presId="urn:microsoft.com/office/officeart/2008/layout/LinedList"/>
    <dgm:cxn modelId="{179DB6E2-64B9-4116-ACD2-4849E4C24257}" srcId="{4687FBB0-5824-48EF-BCE5-226B3449015B}" destId="{2A30F9A1-9CA7-42F8-BB89-8075AF2A4C0A}" srcOrd="5" destOrd="0" parTransId="{9701DE69-51F5-42DF-B905-91809C8E3A93}" sibTransId="{2A4E9D78-D307-4ECD-96A4-312FE01B17AE}"/>
    <dgm:cxn modelId="{67716583-DA9B-42B3-B553-ACFBCFB55062}" type="presParOf" srcId="{76994ECE-0480-40A0-8B2E-100239B6B590}" destId="{B471535D-637D-4A54-B3C5-62910F80AE59}" srcOrd="0" destOrd="0" presId="urn:microsoft.com/office/officeart/2008/layout/LinedList"/>
    <dgm:cxn modelId="{C7BC22F6-6084-411B-A7B5-26C9D37459F1}" type="presParOf" srcId="{76994ECE-0480-40A0-8B2E-100239B6B590}" destId="{0938734B-4B9E-4450-9FE9-6BDFDAC356C5}" srcOrd="1" destOrd="0" presId="urn:microsoft.com/office/officeart/2008/layout/LinedList"/>
    <dgm:cxn modelId="{567C480C-2530-4764-943D-3989877C9048}" type="presParOf" srcId="{0938734B-4B9E-4450-9FE9-6BDFDAC356C5}" destId="{01E1FE41-BF43-41C0-ACEE-58060089E3C3}" srcOrd="0" destOrd="0" presId="urn:microsoft.com/office/officeart/2008/layout/LinedList"/>
    <dgm:cxn modelId="{D91EC2F4-5DDB-4E94-AAE5-6EEDBC5A4D34}" type="presParOf" srcId="{0938734B-4B9E-4450-9FE9-6BDFDAC356C5}" destId="{7DCB91B0-A2B9-4D3B-915B-1C56240D4F2A}" srcOrd="1" destOrd="0" presId="urn:microsoft.com/office/officeart/2008/layout/LinedList"/>
    <dgm:cxn modelId="{D17AE568-45F5-4066-9A7A-3FDFCD5F86EA}" type="presParOf" srcId="{76994ECE-0480-40A0-8B2E-100239B6B590}" destId="{32FF4AFE-E9E9-48DD-AAF9-629FE6C54BE6}" srcOrd="2" destOrd="0" presId="urn:microsoft.com/office/officeart/2008/layout/LinedList"/>
    <dgm:cxn modelId="{CA1B6001-5BCF-4CF8-937D-3500883143B4}" type="presParOf" srcId="{76994ECE-0480-40A0-8B2E-100239B6B590}" destId="{E07B6000-5E65-4A02-B7A0-40578CD66B6A}" srcOrd="3" destOrd="0" presId="urn:microsoft.com/office/officeart/2008/layout/LinedList"/>
    <dgm:cxn modelId="{0B79BCDB-B010-4906-8D80-7778EBC942A8}" type="presParOf" srcId="{E07B6000-5E65-4A02-B7A0-40578CD66B6A}" destId="{A691E874-9040-445C-BDF6-3AE36DF24137}" srcOrd="0" destOrd="0" presId="urn:microsoft.com/office/officeart/2008/layout/LinedList"/>
    <dgm:cxn modelId="{21A98C7F-5D78-4F30-9C94-A9336591939A}" type="presParOf" srcId="{E07B6000-5E65-4A02-B7A0-40578CD66B6A}" destId="{2E1873D6-090F-4120-907C-EEB830CE7994}" srcOrd="1" destOrd="0" presId="urn:microsoft.com/office/officeart/2008/layout/LinedList"/>
    <dgm:cxn modelId="{72196247-043F-4E40-BC26-501BA00DA724}" type="presParOf" srcId="{76994ECE-0480-40A0-8B2E-100239B6B590}" destId="{F3A52B59-E198-4577-AADD-FF8344E21FE8}" srcOrd="4" destOrd="0" presId="urn:microsoft.com/office/officeart/2008/layout/LinedList"/>
    <dgm:cxn modelId="{9DE64782-CF34-4488-AA0C-C52DF1BECD09}" type="presParOf" srcId="{76994ECE-0480-40A0-8B2E-100239B6B590}" destId="{5C0A0CF9-FCAD-4A12-8381-8D37321F3D82}" srcOrd="5" destOrd="0" presId="urn:microsoft.com/office/officeart/2008/layout/LinedList"/>
    <dgm:cxn modelId="{3C3CBA0C-6170-450D-8652-ED0542D3E9A8}" type="presParOf" srcId="{5C0A0CF9-FCAD-4A12-8381-8D37321F3D82}" destId="{BF9965EF-2A45-4741-97CE-E0E42247A346}" srcOrd="0" destOrd="0" presId="urn:microsoft.com/office/officeart/2008/layout/LinedList"/>
    <dgm:cxn modelId="{6BDD4B3D-F0F1-44A9-8F7E-55923BD75F3E}" type="presParOf" srcId="{5C0A0CF9-FCAD-4A12-8381-8D37321F3D82}" destId="{B523321F-143A-4EA1-9BCA-9FC005144411}" srcOrd="1" destOrd="0" presId="urn:microsoft.com/office/officeart/2008/layout/LinedList"/>
    <dgm:cxn modelId="{6FAB0D09-8CBA-4666-8841-A93F9EE6E8A6}" type="presParOf" srcId="{76994ECE-0480-40A0-8B2E-100239B6B590}" destId="{F16989B7-8D6A-41C9-9236-CDE4498D3EA1}" srcOrd="6" destOrd="0" presId="urn:microsoft.com/office/officeart/2008/layout/LinedList"/>
    <dgm:cxn modelId="{19C158CB-CD00-4D41-BC08-4155257C2863}" type="presParOf" srcId="{76994ECE-0480-40A0-8B2E-100239B6B590}" destId="{4AE9EEAE-2CB4-4A01-811C-582616B06C5F}" srcOrd="7" destOrd="0" presId="urn:microsoft.com/office/officeart/2008/layout/LinedList"/>
    <dgm:cxn modelId="{F93E14B9-5595-40BA-A654-D0202F94A87B}" type="presParOf" srcId="{4AE9EEAE-2CB4-4A01-811C-582616B06C5F}" destId="{7FE6C7FC-312D-44D3-ADE7-022A25234183}" srcOrd="0" destOrd="0" presId="urn:microsoft.com/office/officeart/2008/layout/LinedList"/>
    <dgm:cxn modelId="{2FB54E0F-E5DB-428B-A9D1-6B476F6C4783}" type="presParOf" srcId="{4AE9EEAE-2CB4-4A01-811C-582616B06C5F}" destId="{002AC055-96C2-47B9-8122-49F7D0827E8A}" srcOrd="1" destOrd="0" presId="urn:microsoft.com/office/officeart/2008/layout/LinedList"/>
    <dgm:cxn modelId="{5FD459FB-896D-409F-AE33-57B2DB6E2A2E}" type="presParOf" srcId="{76994ECE-0480-40A0-8B2E-100239B6B590}" destId="{3087C8E3-6E10-44A7-BCD0-47EDBF5CB8B3}" srcOrd="8" destOrd="0" presId="urn:microsoft.com/office/officeart/2008/layout/LinedList"/>
    <dgm:cxn modelId="{B202DE0E-9DE8-4F84-838E-0D444E77B288}" type="presParOf" srcId="{76994ECE-0480-40A0-8B2E-100239B6B590}" destId="{476886DF-4E98-4ADF-A5B4-CCACF8577D31}" srcOrd="9" destOrd="0" presId="urn:microsoft.com/office/officeart/2008/layout/LinedList"/>
    <dgm:cxn modelId="{C9838BF7-9A6B-4A76-AE24-2C67733B2034}" type="presParOf" srcId="{476886DF-4E98-4ADF-A5B4-CCACF8577D31}" destId="{13B7048B-84F5-4719-B523-1057ADC566B8}" srcOrd="0" destOrd="0" presId="urn:microsoft.com/office/officeart/2008/layout/LinedList"/>
    <dgm:cxn modelId="{EB43689C-E513-40AD-B5A5-E9B70B91989E}" type="presParOf" srcId="{476886DF-4E98-4ADF-A5B4-CCACF8577D31}" destId="{18D60BA2-A9C7-4E9C-A504-D022BDE4FB15}" srcOrd="1" destOrd="0" presId="urn:microsoft.com/office/officeart/2008/layout/LinedList"/>
    <dgm:cxn modelId="{7B13D235-3A3A-4439-8607-2C2F8AE8F095}" type="presParOf" srcId="{76994ECE-0480-40A0-8B2E-100239B6B590}" destId="{4C030AC2-50D4-4DF7-8BE1-BBEF812F7E14}" srcOrd="10" destOrd="0" presId="urn:microsoft.com/office/officeart/2008/layout/LinedList"/>
    <dgm:cxn modelId="{527DC967-2F66-417E-8C1E-A5229BD33DC2}" type="presParOf" srcId="{76994ECE-0480-40A0-8B2E-100239B6B590}" destId="{DC8A902F-54EF-4AC4-A6DE-4B94CE74EDC1}" srcOrd="11" destOrd="0" presId="urn:microsoft.com/office/officeart/2008/layout/LinedList"/>
    <dgm:cxn modelId="{F8DE7189-5A3F-4832-8663-A293A9E1A685}" type="presParOf" srcId="{DC8A902F-54EF-4AC4-A6DE-4B94CE74EDC1}" destId="{508BBF31-EBB9-47E8-8FE8-1D2FE7C6A0BB}" srcOrd="0" destOrd="0" presId="urn:microsoft.com/office/officeart/2008/layout/LinedList"/>
    <dgm:cxn modelId="{0AF4770D-B8DF-44F8-B5BE-A23D6E682066}" type="presParOf" srcId="{DC8A902F-54EF-4AC4-A6DE-4B94CE74EDC1}" destId="{EF33D86B-8443-4ABA-91A9-33FA726EE94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77350F-D8CB-4D47-92D1-F8BDE73FDE92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4291F10-95BE-4B22-AEFA-B2EF47697256}">
      <dgm:prSet/>
      <dgm:spPr/>
      <dgm:t>
        <a:bodyPr/>
        <a:lstStyle/>
        <a:p>
          <a:r>
            <a:rPr lang="en-US"/>
            <a:t>The EagleEye system distinguishes itself through several key design choices:</a:t>
          </a:r>
        </a:p>
      </dgm:t>
    </dgm:pt>
    <dgm:pt modelId="{6D03F2FC-13D2-47F2-BE33-ABD76FF626F8}" type="parTrans" cxnId="{F56B485C-4F91-4FB6-A2F1-C7F40ADDFBC0}">
      <dgm:prSet/>
      <dgm:spPr/>
      <dgm:t>
        <a:bodyPr/>
        <a:lstStyle/>
        <a:p>
          <a:endParaRPr lang="en-US"/>
        </a:p>
      </dgm:t>
    </dgm:pt>
    <dgm:pt modelId="{300DC2BC-EEB9-4DFD-ACCC-851F56239BC9}" type="sibTrans" cxnId="{F56B485C-4F91-4FB6-A2F1-C7F40ADDFBC0}">
      <dgm:prSet/>
      <dgm:spPr/>
      <dgm:t>
        <a:bodyPr/>
        <a:lstStyle/>
        <a:p>
          <a:endParaRPr lang="en-US"/>
        </a:p>
      </dgm:t>
    </dgm:pt>
    <dgm:pt modelId="{D3F228A2-C7A3-4FD7-89C9-11AC21FE7BA6}">
      <dgm:prSet/>
      <dgm:spPr/>
      <dgm:t>
        <a:bodyPr/>
        <a:lstStyle/>
        <a:p>
          <a:r>
            <a:rPr lang="en-US" b="1"/>
            <a:t>Local Processing</a:t>
          </a:r>
          <a:r>
            <a:rPr lang="en-US"/>
            <a:t> 🔒</a:t>
          </a:r>
        </a:p>
      </dgm:t>
    </dgm:pt>
    <dgm:pt modelId="{81BD3DA9-EAC7-41E4-BCB9-76528D42C05E}" type="parTrans" cxnId="{EB4924DB-1DE6-452C-80AF-37C133FCAD71}">
      <dgm:prSet/>
      <dgm:spPr/>
      <dgm:t>
        <a:bodyPr/>
        <a:lstStyle/>
        <a:p>
          <a:endParaRPr lang="en-US"/>
        </a:p>
      </dgm:t>
    </dgm:pt>
    <dgm:pt modelId="{36B9DB3D-FA36-44A5-828A-AAC89FB4336E}" type="sibTrans" cxnId="{EB4924DB-1DE6-452C-80AF-37C133FCAD71}">
      <dgm:prSet/>
      <dgm:spPr/>
      <dgm:t>
        <a:bodyPr/>
        <a:lstStyle/>
        <a:p>
          <a:endParaRPr lang="en-US"/>
        </a:p>
      </dgm:t>
    </dgm:pt>
    <dgm:pt modelId="{237444A9-FA9D-4A77-BEA7-BB965DBE364D}">
      <dgm:prSet/>
      <dgm:spPr/>
      <dgm:t>
        <a:bodyPr/>
        <a:lstStyle/>
        <a:p>
          <a:r>
            <a:rPr lang="en-US"/>
            <a:t>Complete person detection inference executes </a:t>
          </a:r>
          <a:r>
            <a:rPr lang="en-US" b="1"/>
            <a:t>on-device</a:t>
          </a:r>
          <a:r>
            <a:rPr lang="en-US"/>
            <a:t> [1, 2].</a:t>
          </a:r>
        </a:p>
      </dgm:t>
    </dgm:pt>
    <dgm:pt modelId="{99C783CA-4907-448F-AFDF-3FAA81127DEB}" type="parTrans" cxnId="{AC68C882-1F9B-4B38-A826-1E1F552D5DAB}">
      <dgm:prSet/>
      <dgm:spPr/>
      <dgm:t>
        <a:bodyPr/>
        <a:lstStyle/>
        <a:p>
          <a:endParaRPr lang="en-US"/>
        </a:p>
      </dgm:t>
    </dgm:pt>
    <dgm:pt modelId="{CC470FB5-BCF2-4543-B5A7-344EE8D11659}" type="sibTrans" cxnId="{AC68C882-1F9B-4B38-A826-1E1F552D5DAB}">
      <dgm:prSet/>
      <dgm:spPr/>
      <dgm:t>
        <a:bodyPr/>
        <a:lstStyle/>
        <a:p>
          <a:endParaRPr lang="en-US"/>
        </a:p>
      </dgm:t>
    </dgm:pt>
    <dgm:pt modelId="{1304B52F-22D7-4927-8F85-285B62A49AE9}">
      <dgm:prSet/>
      <dgm:spPr/>
      <dgm:t>
        <a:bodyPr/>
        <a:lstStyle/>
        <a:p>
          <a:r>
            <a:rPr lang="en-US"/>
            <a:t>Eliminates cloud dependence and protects user privacy.</a:t>
          </a:r>
        </a:p>
      </dgm:t>
    </dgm:pt>
    <dgm:pt modelId="{8F11D7CD-D0CF-46F1-A002-AD3E20D07E67}" type="parTrans" cxnId="{E0BE2A27-128F-40E8-956A-3B77686C3994}">
      <dgm:prSet/>
      <dgm:spPr/>
      <dgm:t>
        <a:bodyPr/>
        <a:lstStyle/>
        <a:p>
          <a:endParaRPr lang="en-US"/>
        </a:p>
      </dgm:t>
    </dgm:pt>
    <dgm:pt modelId="{45CC9CEA-B675-479E-97D1-5D23FE71A1B5}" type="sibTrans" cxnId="{E0BE2A27-128F-40E8-956A-3B77686C3994}">
      <dgm:prSet/>
      <dgm:spPr/>
      <dgm:t>
        <a:bodyPr/>
        <a:lstStyle/>
        <a:p>
          <a:endParaRPr lang="en-US"/>
        </a:p>
      </dgm:t>
    </dgm:pt>
    <dgm:pt modelId="{A940FD9A-86D0-492A-B97E-621075DDF284}">
      <dgm:prSet/>
      <dgm:spPr/>
      <dgm:t>
        <a:bodyPr/>
        <a:lstStyle/>
        <a:p>
          <a:r>
            <a:rPr lang="en-US" b="1"/>
            <a:t>Cost Effectiveness</a:t>
          </a:r>
          <a:r>
            <a:rPr lang="en-US"/>
            <a:t> 💰</a:t>
          </a:r>
        </a:p>
      </dgm:t>
    </dgm:pt>
    <dgm:pt modelId="{C9DAF6C9-A4CD-48EF-B9B4-76CCC89D23FA}" type="parTrans" cxnId="{26314936-F438-459C-939D-A2C251C4A36E}">
      <dgm:prSet/>
      <dgm:spPr/>
      <dgm:t>
        <a:bodyPr/>
        <a:lstStyle/>
        <a:p>
          <a:endParaRPr lang="en-US"/>
        </a:p>
      </dgm:t>
    </dgm:pt>
    <dgm:pt modelId="{1BE899CD-BB3F-4C5E-B73D-272AE07E9CAF}" type="sibTrans" cxnId="{26314936-F438-459C-939D-A2C251C4A36E}">
      <dgm:prSet/>
      <dgm:spPr/>
      <dgm:t>
        <a:bodyPr/>
        <a:lstStyle/>
        <a:p>
          <a:endParaRPr lang="en-US"/>
        </a:p>
      </dgm:t>
    </dgm:pt>
    <dgm:pt modelId="{6D4DC6FC-FDDD-4B37-8D0F-FC1438EC5C9F}">
      <dgm:prSet/>
      <dgm:spPr/>
      <dgm:t>
        <a:bodyPr/>
        <a:lstStyle/>
        <a:p>
          <a:r>
            <a:rPr lang="en-US"/>
            <a:t>Utilizes affordable commodity hardware (e.g., ESP32-CAM @ </a:t>
          </a:r>
          <a:r>
            <a:rPr lang="en-US" b="1"/>
            <a:t>$10-15</a:t>
          </a:r>
          <a:r>
            <a:rPr lang="en-US"/>
            <a:t>) [46].</a:t>
          </a:r>
        </a:p>
      </dgm:t>
    </dgm:pt>
    <dgm:pt modelId="{3EBCE5AE-9739-4E81-A2B9-10BF9217FCB4}" type="parTrans" cxnId="{F493A97B-6C49-4C8E-94E1-6F57E259F05C}">
      <dgm:prSet/>
      <dgm:spPr/>
      <dgm:t>
        <a:bodyPr/>
        <a:lstStyle/>
        <a:p>
          <a:endParaRPr lang="en-US"/>
        </a:p>
      </dgm:t>
    </dgm:pt>
    <dgm:pt modelId="{D319CFCB-A882-40BA-8ED6-E0C3FBF63C0C}" type="sibTrans" cxnId="{F493A97B-6C49-4C8E-94E1-6F57E259F05C}">
      <dgm:prSet/>
      <dgm:spPr/>
      <dgm:t>
        <a:bodyPr/>
        <a:lstStyle/>
        <a:p>
          <a:endParaRPr lang="en-US"/>
        </a:p>
      </dgm:t>
    </dgm:pt>
    <dgm:pt modelId="{DDFD14E4-65A4-47A1-983E-BE3099046CC5}">
      <dgm:prSet/>
      <dgm:spPr/>
      <dgm:t>
        <a:bodyPr/>
        <a:lstStyle/>
        <a:p>
          <a:r>
            <a:rPr lang="en-US"/>
            <a:t>Avoids high initial costs ($100-$200) and recurring subscriptions.</a:t>
          </a:r>
        </a:p>
      </dgm:t>
    </dgm:pt>
    <dgm:pt modelId="{A8175819-A67A-4674-8697-FEE6258E25F6}" type="parTrans" cxnId="{43C4DFCB-450E-40D9-9442-E60F446461FD}">
      <dgm:prSet/>
      <dgm:spPr/>
      <dgm:t>
        <a:bodyPr/>
        <a:lstStyle/>
        <a:p>
          <a:endParaRPr lang="en-US"/>
        </a:p>
      </dgm:t>
    </dgm:pt>
    <dgm:pt modelId="{ADFFD7AF-69EE-4F03-A285-4EFF9D91B773}" type="sibTrans" cxnId="{43C4DFCB-450E-40D9-9442-E60F446461FD}">
      <dgm:prSet/>
      <dgm:spPr/>
      <dgm:t>
        <a:bodyPr/>
        <a:lstStyle/>
        <a:p>
          <a:endParaRPr lang="en-US"/>
        </a:p>
      </dgm:t>
    </dgm:pt>
    <dgm:pt modelId="{7678B70C-F841-4E4B-B2EB-C3F719177E30}">
      <dgm:prSet/>
      <dgm:spPr/>
      <dgm:t>
        <a:bodyPr/>
        <a:lstStyle/>
        <a:p>
          <a:r>
            <a:rPr lang="en-US" b="1"/>
            <a:t>Minimal Latency</a:t>
          </a:r>
          <a:r>
            <a:rPr lang="en-US"/>
            <a:t> ⚡</a:t>
          </a:r>
        </a:p>
      </dgm:t>
    </dgm:pt>
    <dgm:pt modelId="{34074649-EA46-427B-9C41-F827B132B9DD}" type="parTrans" cxnId="{35D5811B-200F-45E8-BC23-8F542A42227C}">
      <dgm:prSet/>
      <dgm:spPr/>
      <dgm:t>
        <a:bodyPr/>
        <a:lstStyle/>
        <a:p>
          <a:endParaRPr lang="en-US"/>
        </a:p>
      </dgm:t>
    </dgm:pt>
    <dgm:pt modelId="{F06D3C18-DF3F-41E1-BF3A-AF78848B5836}" type="sibTrans" cxnId="{35D5811B-200F-45E8-BC23-8F542A42227C}">
      <dgm:prSet/>
      <dgm:spPr/>
      <dgm:t>
        <a:bodyPr/>
        <a:lstStyle/>
        <a:p>
          <a:endParaRPr lang="en-US"/>
        </a:p>
      </dgm:t>
    </dgm:pt>
    <dgm:pt modelId="{901E8B48-899B-4DEF-9028-6D8465F8A70B}">
      <dgm:prSet/>
      <dgm:spPr/>
      <dgm:t>
        <a:bodyPr/>
        <a:lstStyle/>
        <a:p>
          <a:r>
            <a:rPr lang="en-US"/>
            <a:t>Edge processing eliminates network round-trip delays.</a:t>
          </a:r>
        </a:p>
      </dgm:t>
    </dgm:pt>
    <dgm:pt modelId="{89936903-A882-4A2A-91DC-E4C0DEC90ABD}" type="parTrans" cxnId="{40FCC0D7-0516-4352-8345-B494E715B817}">
      <dgm:prSet/>
      <dgm:spPr/>
      <dgm:t>
        <a:bodyPr/>
        <a:lstStyle/>
        <a:p>
          <a:endParaRPr lang="en-US"/>
        </a:p>
      </dgm:t>
    </dgm:pt>
    <dgm:pt modelId="{319C565B-6841-4200-BEA8-CF0E44E70324}" type="sibTrans" cxnId="{40FCC0D7-0516-4352-8345-B494E715B817}">
      <dgm:prSet/>
      <dgm:spPr/>
      <dgm:t>
        <a:bodyPr/>
        <a:lstStyle/>
        <a:p>
          <a:endParaRPr lang="en-US"/>
        </a:p>
      </dgm:t>
    </dgm:pt>
    <dgm:pt modelId="{F12F34C9-1518-4F65-B9FB-C3BA04DB8E03}">
      <dgm:prSet/>
      <dgm:spPr/>
      <dgm:t>
        <a:bodyPr/>
        <a:lstStyle/>
        <a:p>
          <a:r>
            <a:rPr lang="en-US"/>
            <a:t>Enables </a:t>
          </a:r>
          <a:r>
            <a:rPr lang="en-US" b="1"/>
            <a:t>sub-second</a:t>
          </a:r>
          <a:r>
            <a:rPr lang="en-US"/>
            <a:t> response times.</a:t>
          </a:r>
        </a:p>
      </dgm:t>
    </dgm:pt>
    <dgm:pt modelId="{7F8CF05C-5224-499B-BCD0-7EFB6381C986}" type="parTrans" cxnId="{AF76A413-75E4-4E08-B8D8-74DCC2EEB91E}">
      <dgm:prSet/>
      <dgm:spPr/>
      <dgm:t>
        <a:bodyPr/>
        <a:lstStyle/>
        <a:p>
          <a:endParaRPr lang="en-US"/>
        </a:p>
      </dgm:t>
    </dgm:pt>
    <dgm:pt modelId="{729DC99F-AA48-4E0B-B0D3-1A7A51EEB892}" type="sibTrans" cxnId="{AF76A413-75E4-4E08-B8D8-74DCC2EEB91E}">
      <dgm:prSet/>
      <dgm:spPr/>
      <dgm:t>
        <a:bodyPr/>
        <a:lstStyle/>
        <a:p>
          <a:endParaRPr lang="en-US"/>
        </a:p>
      </dgm:t>
    </dgm:pt>
    <dgm:pt modelId="{854CBB9E-7EBA-466D-AD59-766EE15A6D08}">
      <dgm:prSet/>
      <dgm:spPr/>
      <dgm:t>
        <a:bodyPr/>
        <a:lstStyle/>
        <a:p>
          <a:r>
            <a:rPr lang="en-US" b="1"/>
            <a:t>Independence from Internet</a:t>
          </a:r>
          <a:r>
            <a:rPr lang="en-US"/>
            <a:t> 🚫</a:t>
          </a:r>
        </a:p>
      </dgm:t>
    </dgm:pt>
    <dgm:pt modelId="{D1DCF118-E3A2-40CD-AA27-599BF9AEC65B}" type="parTrans" cxnId="{7800B9B0-0A33-4BC1-A706-6545E36048D2}">
      <dgm:prSet/>
      <dgm:spPr/>
      <dgm:t>
        <a:bodyPr/>
        <a:lstStyle/>
        <a:p>
          <a:endParaRPr lang="en-US"/>
        </a:p>
      </dgm:t>
    </dgm:pt>
    <dgm:pt modelId="{8B0B5ED4-5BEC-4220-A8E0-E3D8ECE99ACD}" type="sibTrans" cxnId="{7800B9B0-0A33-4BC1-A706-6545E36048D2}">
      <dgm:prSet/>
      <dgm:spPr/>
      <dgm:t>
        <a:bodyPr/>
        <a:lstStyle/>
        <a:p>
          <a:endParaRPr lang="en-US"/>
        </a:p>
      </dgm:t>
    </dgm:pt>
    <dgm:pt modelId="{603A2BAD-D1ED-4A0B-9F28-83FB9DD9904B}">
      <dgm:prSet/>
      <dgm:spPr/>
      <dgm:t>
        <a:bodyPr/>
        <a:lstStyle/>
        <a:p>
          <a:r>
            <a:rPr lang="en-US"/>
            <a:t>Core detection functionality operates with intermittent or no connectivity.</a:t>
          </a:r>
        </a:p>
      </dgm:t>
    </dgm:pt>
    <dgm:pt modelId="{1C273726-F991-48BE-A9BD-2852FFC1FCBD}" type="parTrans" cxnId="{04581EBB-52D9-4F3C-82DB-2F1578345861}">
      <dgm:prSet/>
      <dgm:spPr/>
      <dgm:t>
        <a:bodyPr/>
        <a:lstStyle/>
        <a:p>
          <a:endParaRPr lang="en-US"/>
        </a:p>
      </dgm:t>
    </dgm:pt>
    <dgm:pt modelId="{2F56858B-F437-4F48-B0E6-20AFCA36AF1E}" type="sibTrans" cxnId="{04581EBB-52D9-4F3C-82DB-2F1578345861}">
      <dgm:prSet/>
      <dgm:spPr/>
      <dgm:t>
        <a:bodyPr/>
        <a:lstStyle/>
        <a:p>
          <a:endParaRPr lang="en-US"/>
        </a:p>
      </dgm:t>
    </dgm:pt>
    <dgm:pt modelId="{8D741200-9CD3-4EE3-9408-DD15333E19AD}">
      <dgm:prSet/>
      <dgm:spPr/>
      <dgm:t>
        <a:bodyPr/>
        <a:lstStyle/>
        <a:p>
          <a:r>
            <a:rPr lang="en-US"/>
            <a:t>Network access is only required for sending notifications.</a:t>
          </a:r>
        </a:p>
      </dgm:t>
    </dgm:pt>
    <dgm:pt modelId="{C00E4204-6280-4EEF-953B-483C7273A7CA}" type="parTrans" cxnId="{4BEEF7A3-BEF9-4D83-B152-2FC0E867B147}">
      <dgm:prSet/>
      <dgm:spPr/>
      <dgm:t>
        <a:bodyPr/>
        <a:lstStyle/>
        <a:p>
          <a:endParaRPr lang="en-US"/>
        </a:p>
      </dgm:t>
    </dgm:pt>
    <dgm:pt modelId="{563D0501-E630-422B-9561-155D3576D610}" type="sibTrans" cxnId="{4BEEF7A3-BEF9-4D83-B152-2FC0E867B147}">
      <dgm:prSet/>
      <dgm:spPr/>
      <dgm:t>
        <a:bodyPr/>
        <a:lstStyle/>
        <a:p>
          <a:endParaRPr lang="en-US"/>
        </a:p>
      </dgm:t>
    </dgm:pt>
    <dgm:pt modelId="{541FE899-1CEF-4439-8AB8-41EF25F79C44}" type="pres">
      <dgm:prSet presAssocID="{D177350F-D8CB-4D47-92D1-F8BDE73FDE92}" presName="Name0" presStyleCnt="0">
        <dgm:presLayoutVars>
          <dgm:dir/>
          <dgm:animLvl val="lvl"/>
          <dgm:resizeHandles val="exact"/>
        </dgm:presLayoutVars>
      </dgm:prSet>
      <dgm:spPr/>
    </dgm:pt>
    <dgm:pt modelId="{9754884A-DECE-46D9-9985-B4171CD09C60}" type="pres">
      <dgm:prSet presAssocID="{54291F10-95BE-4B22-AEFA-B2EF47697256}" presName="linNode" presStyleCnt="0"/>
      <dgm:spPr/>
    </dgm:pt>
    <dgm:pt modelId="{B8732C4E-48E1-4DC9-A87E-BDE077356A84}" type="pres">
      <dgm:prSet presAssocID="{54291F10-95BE-4B22-AEFA-B2EF47697256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7338B1EE-4DA4-47A2-8EC0-26297036600A}" type="pres">
      <dgm:prSet presAssocID="{300DC2BC-EEB9-4DFD-ACCC-851F56239BC9}" presName="sp" presStyleCnt="0"/>
      <dgm:spPr/>
    </dgm:pt>
    <dgm:pt modelId="{4E14361E-F8EB-4C13-8D8D-64095D7E5B4A}" type="pres">
      <dgm:prSet presAssocID="{D3F228A2-C7A3-4FD7-89C9-11AC21FE7BA6}" presName="linNode" presStyleCnt="0"/>
      <dgm:spPr/>
    </dgm:pt>
    <dgm:pt modelId="{3AA06C31-75F1-4F6A-80D0-A1B1ADEB34B9}" type="pres">
      <dgm:prSet presAssocID="{D3F228A2-C7A3-4FD7-89C9-11AC21FE7BA6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EBBB6D0B-5422-44A7-971B-450AEAFBD0B4}" type="pres">
      <dgm:prSet presAssocID="{D3F228A2-C7A3-4FD7-89C9-11AC21FE7BA6}" presName="descendantText" presStyleLbl="alignAccFollowNode1" presStyleIdx="0" presStyleCnt="4">
        <dgm:presLayoutVars>
          <dgm:bulletEnabled val="1"/>
        </dgm:presLayoutVars>
      </dgm:prSet>
      <dgm:spPr/>
    </dgm:pt>
    <dgm:pt modelId="{DF27BEA6-35CD-4A0D-ABEF-CD727E77356A}" type="pres">
      <dgm:prSet presAssocID="{36B9DB3D-FA36-44A5-828A-AAC89FB4336E}" presName="sp" presStyleCnt="0"/>
      <dgm:spPr/>
    </dgm:pt>
    <dgm:pt modelId="{50FD9548-31EE-45C1-86AC-263CF5FD5E53}" type="pres">
      <dgm:prSet presAssocID="{A940FD9A-86D0-492A-B97E-621075DDF284}" presName="linNode" presStyleCnt="0"/>
      <dgm:spPr/>
    </dgm:pt>
    <dgm:pt modelId="{195FDFFE-0C6F-4475-99E9-A3A848E97678}" type="pres">
      <dgm:prSet presAssocID="{A940FD9A-86D0-492A-B97E-621075DDF284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CAC12FCF-8314-4813-9D95-F9288547E823}" type="pres">
      <dgm:prSet presAssocID="{A940FD9A-86D0-492A-B97E-621075DDF284}" presName="descendantText" presStyleLbl="alignAccFollowNode1" presStyleIdx="1" presStyleCnt="4">
        <dgm:presLayoutVars>
          <dgm:bulletEnabled val="1"/>
        </dgm:presLayoutVars>
      </dgm:prSet>
      <dgm:spPr/>
    </dgm:pt>
    <dgm:pt modelId="{8EDCCD7F-7184-49D1-9D8A-3E1DEFF7D3FC}" type="pres">
      <dgm:prSet presAssocID="{1BE899CD-BB3F-4C5E-B73D-272AE07E9CAF}" presName="sp" presStyleCnt="0"/>
      <dgm:spPr/>
    </dgm:pt>
    <dgm:pt modelId="{1E25A1C3-532A-455B-9D47-7057750CE8FF}" type="pres">
      <dgm:prSet presAssocID="{7678B70C-F841-4E4B-B2EB-C3F719177E30}" presName="linNode" presStyleCnt="0"/>
      <dgm:spPr/>
    </dgm:pt>
    <dgm:pt modelId="{31B81352-E5CD-4B4B-B9B3-FFB2DEC511E5}" type="pres">
      <dgm:prSet presAssocID="{7678B70C-F841-4E4B-B2EB-C3F719177E30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556DF563-4900-42E8-B2D7-0AE9FAEE0203}" type="pres">
      <dgm:prSet presAssocID="{7678B70C-F841-4E4B-B2EB-C3F719177E30}" presName="descendantText" presStyleLbl="alignAccFollowNode1" presStyleIdx="2" presStyleCnt="4">
        <dgm:presLayoutVars>
          <dgm:bulletEnabled val="1"/>
        </dgm:presLayoutVars>
      </dgm:prSet>
      <dgm:spPr/>
    </dgm:pt>
    <dgm:pt modelId="{783701CD-5D13-4EF7-AA9F-7B9DDB125132}" type="pres">
      <dgm:prSet presAssocID="{F06D3C18-DF3F-41E1-BF3A-AF78848B5836}" presName="sp" presStyleCnt="0"/>
      <dgm:spPr/>
    </dgm:pt>
    <dgm:pt modelId="{FE1ED0F8-0599-4853-8CA7-36AAEB4F224A}" type="pres">
      <dgm:prSet presAssocID="{854CBB9E-7EBA-466D-AD59-766EE15A6D08}" presName="linNode" presStyleCnt="0"/>
      <dgm:spPr/>
    </dgm:pt>
    <dgm:pt modelId="{949D71CD-D66D-48C2-83E8-4C5FA3B97375}" type="pres">
      <dgm:prSet presAssocID="{854CBB9E-7EBA-466D-AD59-766EE15A6D08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8599AE48-967A-4DE7-B34C-4A43B518B0A6}" type="pres">
      <dgm:prSet presAssocID="{854CBB9E-7EBA-466D-AD59-766EE15A6D08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AAE0D300-714B-48F0-95C3-EC04A574DA2F}" type="presOf" srcId="{901E8B48-899B-4DEF-9028-6D8465F8A70B}" destId="{556DF563-4900-42E8-B2D7-0AE9FAEE0203}" srcOrd="0" destOrd="0" presId="urn:microsoft.com/office/officeart/2005/8/layout/vList5"/>
    <dgm:cxn modelId="{7015A110-04AE-40B6-9E7B-BBC208A65DBB}" type="presOf" srcId="{DDFD14E4-65A4-47A1-983E-BE3099046CC5}" destId="{CAC12FCF-8314-4813-9D95-F9288547E823}" srcOrd="0" destOrd="1" presId="urn:microsoft.com/office/officeart/2005/8/layout/vList5"/>
    <dgm:cxn modelId="{AF76A413-75E4-4E08-B8D8-74DCC2EEB91E}" srcId="{7678B70C-F841-4E4B-B2EB-C3F719177E30}" destId="{F12F34C9-1518-4F65-B9FB-C3BA04DB8E03}" srcOrd="1" destOrd="0" parTransId="{7F8CF05C-5224-499B-BCD0-7EFB6381C986}" sibTransId="{729DC99F-AA48-4E0B-B0D3-1A7A51EEB892}"/>
    <dgm:cxn modelId="{35D5811B-200F-45E8-BC23-8F542A42227C}" srcId="{D177350F-D8CB-4D47-92D1-F8BDE73FDE92}" destId="{7678B70C-F841-4E4B-B2EB-C3F719177E30}" srcOrd="3" destOrd="0" parTransId="{34074649-EA46-427B-9C41-F827B132B9DD}" sibTransId="{F06D3C18-DF3F-41E1-BF3A-AF78848B5836}"/>
    <dgm:cxn modelId="{E0BE2A27-128F-40E8-956A-3B77686C3994}" srcId="{D3F228A2-C7A3-4FD7-89C9-11AC21FE7BA6}" destId="{1304B52F-22D7-4927-8F85-285B62A49AE9}" srcOrd="1" destOrd="0" parTransId="{8F11D7CD-D0CF-46F1-A002-AD3E20D07E67}" sibTransId="{45CC9CEA-B675-479E-97D1-5D23FE71A1B5}"/>
    <dgm:cxn modelId="{B04B7E28-D722-4C35-9CAB-27EC0F07056B}" type="presOf" srcId="{D177350F-D8CB-4D47-92D1-F8BDE73FDE92}" destId="{541FE899-1CEF-4439-8AB8-41EF25F79C44}" srcOrd="0" destOrd="0" presId="urn:microsoft.com/office/officeart/2005/8/layout/vList5"/>
    <dgm:cxn modelId="{26314936-F438-459C-939D-A2C251C4A36E}" srcId="{D177350F-D8CB-4D47-92D1-F8BDE73FDE92}" destId="{A940FD9A-86D0-492A-B97E-621075DDF284}" srcOrd="2" destOrd="0" parTransId="{C9DAF6C9-A4CD-48EF-B9B4-76CCC89D23FA}" sibTransId="{1BE899CD-BB3F-4C5E-B73D-272AE07E9CAF}"/>
    <dgm:cxn modelId="{95895437-F7C9-438F-87B5-8185E7773C62}" type="presOf" srcId="{A940FD9A-86D0-492A-B97E-621075DDF284}" destId="{195FDFFE-0C6F-4475-99E9-A3A848E97678}" srcOrd="0" destOrd="0" presId="urn:microsoft.com/office/officeart/2005/8/layout/vList5"/>
    <dgm:cxn modelId="{52D3F53B-0C3D-4AE9-A6F9-B9C5AC23C852}" type="presOf" srcId="{D3F228A2-C7A3-4FD7-89C9-11AC21FE7BA6}" destId="{3AA06C31-75F1-4F6A-80D0-A1B1ADEB34B9}" srcOrd="0" destOrd="0" presId="urn:microsoft.com/office/officeart/2005/8/layout/vList5"/>
    <dgm:cxn modelId="{F56B485C-4F91-4FB6-A2F1-C7F40ADDFBC0}" srcId="{D177350F-D8CB-4D47-92D1-F8BDE73FDE92}" destId="{54291F10-95BE-4B22-AEFA-B2EF47697256}" srcOrd="0" destOrd="0" parTransId="{6D03F2FC-13D2-47F2-BE33-ABD76FF626F8}" sibTransId="{300DC2BC-EEB9-4DFD-ACCC-851F56239BC9}"/>
    <dgm:cxn modelId="{F493A97B-6C49-4C8E-94E1-6F57E259F05C}" srcId="{A940FD9A-86D0-492A-B97E-621075DDF284}" destId="{6D4DC6FC-FDDD-4B37-8D0F-FC1438EC5C9F}" srcOrd="0" destOrd="0" parTransId="{3EBCE5AE-9739-4E81-A2B9-10BF9217FCB4}" sibTransId="{D319CFCB-A882-40BA-8ED6-E0C3FBF63C0C}"/>
    <dgm:cxn modelId="{AC68C882-1F9B-4B38-A826-1E1F552D5DAB}" srcId="{D3F228A2-C7A3-4FD7-89C9-11AC21FE7BA6}" destId="{237444A9-FA9D-4A77-BEA7-BB965DBE364D}" srcOrd="0" destOrd="0" parTransId="{99C783CA-4907-448F-AFDF-3FAA81127DEB}" sibTransId="{CC470FB5-BCF2-4543-B5A7-344EE8D11659}"/>
    <dgm:cxn modelId="{40436696-2D1C-4E30-8A1A-D36A214A044F}" type="presOf" srcId="{54291F10-95BE-4B22-AEFA-B2EF47697256}" destId="{B8732C4E-48E1-4DC9-A87E-BDE077356A84}" srcOrd="0" destOrd="0" presId="urn:microsoft.com/office/officeart/2005/8/layout/vList5"/>
    <dgm:cxn modelId="{12D8CD99-4B13-4FC5-A4A4-3F50D6677392}" type="presOf" srcId="{237444A9-FA9D-4A77-BEA7-BB965DBE364D}" destId="{EBBB6D0B-5422-44A7-971B-450AEAFBD0B4}" srcOrd="0" destOrd="0" presId="urn:microsoft.com/office/officeart/2005/8/layout/vList5"/>
    <dgm:cxn modelId="{6186699B-2ABE-47B4-A692-5FEE1310FF10}" type="presOf" srcId="{7678B70C-F841-4E4B-B2EB-C3F719177E30}" destId="{31B81352-E5CD-4B4B-B9B3-FFB2DEC511E5}" srcOrd="0" destOrd="0" presId="urn:microsoft.com/office/officeart/2005/8/layout/vList5"/>
    <dgm:cxn modelId="{4BEEF7A3-BEF9-4D83-B152-2FC0E867B147}" srcId="{854CBB9E-7EBA-466D-AD59-766EE15A6D08}" destId="{8D741200-9CD3-4EE3-9408-DD15333E19AD}" srcOrd="1" destOrd="0" parTransId="{C00E4204-6280-4EEF-953B-483C7273A7CA}" sibTransId="{563D0501-E630-422B-9561-155D3576D610}"/>
    <dgm:cxn modelId="{9DEFA6A8-D6AF-4D78-94F3-ACB024CFE579}" type="presOf" srcId="{603A2BAD-D1ED-4A0B-9F28-83FB9DD9904B}" destId="{8599AE48-967A-4DE7-B34C-4A43B518B0A6}" srcOrd="0" destOrd="0" presId="urn:microsoft.com/office/officeart/2005/8/layout/vList5"/>
    <dgm:cxn modelId="{2FA7EDAC-BB8A-43D2-8DDA-90115F04ACC5}" type="presOf" srcId="{8D741200-9CD3-4EE3-9408-DD15333E19AD}" destId="{8599AE48-967A-4DE7-B34C-4A43B518B0A6}" srcOrd="0" destOrd="1" presId="urn:microsoft.com/office/officeart/2005/8/layout/vList5"/>
    <dgm:cxn modelId="{5F1F0CB0-95E1-4C7D-9458-2B44FFAEBF37}" type="presOf" srcId="{F12F34C9-1518-4F65-B9FB-C3BA04DB8E03}" destId="{556DF563-4900-42E8-B2D7-0AE9FAEE0203}" srcOrd="0" destOrd="1" presId="urn:microsoft.com/office/officeart/2005/8/layout/vList5"/>
    <dgm:cxn modelId="{7800B9B0-0A33-4BC1-A706-6545E36048D2}" srcId="{D177350F-D8CB-4D47-92D1-F8BDE73FDE92}" destId="{854CBB9E-7EBA-466D-AD59-766EE15A6D08}" srcOrd="4" destOrd="0" parTransId="{D1DCF118-E3A2-40CD-AA27-599BF9AEC65B}" sibTransId="{8B0B5ED4-5BEC-4220-A8E0-E3D8ECE99ACD}"/>
    <dgm:cxn modelId="{04581EBB-52D9-4F3C-82DB-2F1578345861}" srcId="{854CBB9E-7EBA-466D-AD59-766EE15A6D08}" destId="{603A2BAD-D1ED-4A0B-9F28-83FB9DD9904B}" srcOrd="0" destOrd="0" parTransId="{1C273726-F991-48BE-A9BD-2852FFC1FCBD}" sibTransId="{2F56858B-F437-4F48-B0E6-20AFCA36AF1E}"/>
    <dgm:cxn modelId="{43C4DFCB-450E-40D9-9442-E60F446461FD}" srcId="{A940FD9A-86D0-492A-B97E-621075DDF284}" destId="{DDFD14E4-65A4-47A1-983E-BE3099046CC5}" srcOrd="1" destOrd="0" parTransId="{A8175819-A67A-4674-8697-FEE6258E25F6}" sibTransId="{ADFFD7AF-69EE-4F03-A285-4EFF9D91B773}"/>
    <dgm:cxn modelId="{FBB7EBD4-D74F-4FA4-8C78-6A14AFE24AB3}" type="presOf" srcId="{854CBB9E-7EBA-466D-AD59-766EE15A6D08}" destId="{949D71CD-D66D-48C2-83E8-4C5FA3B97375}" srcOrd="0" destOrd="0" presId="urn:microsoft.com/office/officeart/2005/8/layout/vList5"/>
    <dgm:cxn modelId="{40FCC0D7-0516-4352-8345-B494E715B817}" srcId="{7678B70C-F841-4E4B-B2EB-C3F719177E30}" destId="{901E8B48-899B-4DEF-9028-6D8465F8A70B}" srcOrd="0" destOrd="0" parTransId="{89936903-A882-4A2A-91DC-E4C0DEC90ABD}" sibTransId="{319C565B-6841-4200-BEA8-CF0E44E70324}"/>
    <dgm:cxn modelId="{EB4924DB-1DE6-452C-80AF-37C133FCAD71}" srcId="{D177350F-D8CB-4D47-92D1-F8BDE73FDE92}" destId="{D3F228A2-C7A3-4FD7-89C9-11AC21FE7BA6}" srcOrd="1" destOrd="0" parTransId="{81BD3DA9-EAC7-41E4-BCB9-76528D42C05E}" sibTransId="{36B9DB3D-FA36-44A5-828A-AAC89FB4336E}"/>
    <dgm:cxn modelId="{6B723CE4-ECF9-477A-B307-0209F459B91B}" type="presOf" srcId="{6D4DC6FC-FDDD-4B37-8D0F-FC1438EC5C9F}" destId="{CAC12FCF-8314-4813-9D95-F9288547E823}" srcOrd="0" destOrd="0" presId="urn:microsoft.com/office/officeart/2005/8/layout/vList5"/>
    <dgm:cxn modelId="{E7ABF9F3-55E0-4C23-A729-91EBE4277094}" type="presOf" srcId="{1304B52F-22D7-4927-8F85-285B62A49AE9}" destId="{EBBB6D0B-5422-44A7-971B-450AEAFBD0B4}" srcOrd="0" destOrd="1" presId="urn:microsoft.com/office/officeart/2005/8/layout/vList5"/>
    <dgm:cxn modelId="{89A7EA79-0DFB-4CFE-B61D-A34177019942}" type="presParOf" srcId="{541FE899-1CEF-4439-8AB8-41EF25F79C44}" destId="{9754884A-DECE-46D9-9985-B4171CD09C60}" srcOrd="0" destOrd="0" presId="urn:microsoft.com/office/officeart/2005/8/layout/vList5"/>
    <dgm:cxn modelId="{3B968DEC-E182-4692-A5CE-3B4EC5B7A6F3}" type="presParOf" srcId="{9754884A-DECE-46D9-9985-B4171CD09C60}" destId="{B8732C4E-48E1-4DC9-A87E-BDE077356A84}" srcOrd="0" destOrd="0" presId="urn:microsoft.com/office/officeart/2005/8/layout/vList5"/>
    <dgm:cxn modelId="{86F1B1B2-6CC6-4DFB-B818-CBBAC61C1F7D}" type="presParOf" srcId="{541FE899-1CEF-4439-8AB8-41EF25F79C44}" destId="{7338B1EE-4DA4-47A2-8EC0-26297036600A}" srcOrd="1" destOrd="0" presId="urn:microsoft.com/office/officeart/2005/8/layout/vList5"/>
    <dgm:cxn modelId="{F0B46247-6C7C-4D0C-8DF3-2431F496A907}" type="presParOf" srcId="{541FE899-1CEF-4439-8AB8-41EF25F79C44}" destId="{4E14361E-F8EB-4C13-8D8D-64095D7E5B4A}" srcOrd="2" destOrd="0" presId="urn:microsoft.com/office/officeart/2005/8/layout/vList5"/>
    <dgm:cxn modelId="{E9DE96A1-522F-448D-A2CF-95C7B45AAED7}" type="presParOf" srcId="{4E14361E-F8EB-4C13-8D8D-64095D7E5B4A}" destId="{3AA06C31-75F1-4F6A-80D0-A1B1ADEB34B9}" srcOrd="0" destOrd="0" presId="urn:microsoft.com/office/officeart/2005/8/layout/vList5"/>
    <dgm:cxn modelId="{F76212BA-ADFE-44D1-A879-E2EC9907C03D}" type="presParOf" srcId="{4E14361E-F8EB-4C13-8D8D-64095D7E5B4A}" destId="{EBBB6D0B-5422-44A7-971B-450AEAFBD0B4}" srcOrd="1" destOrd="0" presId="urn:microsoft.com/office/officeart/2005/8/layout/vList5"/>
    <dgm:cxn modelId="{E4DE0928-FD50-4124-961E-1B4BBB2E1B96}" type="presParOf" srcId="{541FE899-1CEF-4439-8AB8-41EF25F79C44}" destId="{DF27BEA6-35CD-4A0D-ABEF-CD727E77356A}" srcOrd="3" destOrd="0" presId="urn:microsoft.com/office/officeart/2005/8/layout/vList5"/>
    <dgm:cxn modelId="{8F142836-D5AC-401D-AB41-79689A519589}" type="presParOf" srcId="{541FE899-1CEF-4439-8AB8-41EF25F79C44}" destId="{50FD9548-31EE-45C1-86AC-263CF5FD5E53}" srcOrd="4" destOrd="0" presId="urn:microsoft.com/office/officeart/2005/8/layout/vList5"/>
    <dgm:cxn modelId="{C666C049-3950-4E70-8528-B9E1FDD15C54}" type="presParOf" srcId="{50FD9548-31EE-45C1-86AC-263CF5FD5E53}" destId="{195FDFFE-0C6F-4475-99E9-A3A848E97678}" srcOrd="0" destOrd="0" presId="urn:microsoft.com/office/officeart/2005/8/layout/vList5"/>
    <dgm:cxn modelId="{ACB596A7-CDDF-449E-84F6-F1A1A2D742BE}" type="presParOf" srcId="{50FD9548-31EE-45C1-86AC-263CF5FD5E53}" destId="{CAC12FCF-8314-4813-9D95-F9288547E823}" srcOrd="1" destOrd="0" presId="urn:microsoft.com/office/officeart/2005/8/layout/vList5"/>
    <dgm:cxn modelId="{EDC971BC-A79B-41A5-A7CE-58707D4ADF74}" type="presParOf" srcId="{541FE899-1CEF-4439-8AB8-41EF25F79C44}" destId="{8EDCCD7F-7184-49D1-9D8A-3E1DEFF7D3FC}" srcOrd="5" destOrd="0" presId="urn:microsoft.com/office/officeart/2005/8/layout/vList5"/>
    <dgm:cxn modelId="{96D256A0-1E61-4738-B1F9-CC40EA07BA6A}" type="presParOf" srcId="{541FE899-1CEF-4439-8AB8-41EF25F79C44}" destId="{1E25A1C3-532A-455B-9D47-7057750CE8FF}" srcOrd="6" destOrd="0" presId="urn:microsoft.com/office/officeart/2005/8/layout/vList5"/>
    <dgm:cxn modelId="{A5B2B558-F94C-4AF8-AFFF-1BA3018F21F8}" type="presParOf" srcId="{1E25A1C3-532A-455B-9D47-7057750CE8FF}" destId="{31B81352-E5CD-4B4B-B9B3-FFB2DEC511E5}" srcOrd="0" destOrd="0" presId="urn:microsoft.com/office/officeart/2005/8/layout/vList5"/>
    <dgm:cxn modelId="{C6601A36-E6EF-4ACD-97D7-98FFE3D588BE}" type="presParOf" srcId="{1E25A1C3-532A-455B-9D47-7057750CE8FF}" destId="{556DF563-4900-42E8-B2D7-0AE9FAEE0203}" srcOrd="1" destOrd="0" presId="urn:microsoft.com/office/officeart/2005/8/layout/vList5"/>
    <dgm:cxn modelId="{75A0EA7C-3572-401E-A31B-9EE0DDB22998}" type="presParOf" srcId="{541FE899-1CEF-4439-8AB8-41EF25F79C44}" destId="{783701CD-5D13-4EF7-AA9F-7B9DDB125132}" srcOrd="7" destOrd="0" presId="urn:microsoft.com/office/officeart/2005/8/layout/vList5"/>
    <dgm:cxn modelId="{B3509410-AD89-4E59-9475-6DF91E161A00}" type="presParOf" srcId="{541FE899-1CEF-4439-8AB8-41EF25F79C44}" destId="{FE1ED0F8-0599-4853-8CA7-36AAEB4F224A}" srcOrd="8" destOrd="0" presId="urn:microsoft.com/office/officeart/2005/8/layout/vList5"/>
    <dgm:cxn modelId="{597CEED5-4280-4AD4-833B-83714EDC93AA}" type="presParOf" srcId="{FE1ED0F8-0599-4853-8CA7-36AAEB4F224A}" destId="{949D71CD-D66D-48C2-83E8-4C5FA3B97375}" srcOrd="0" destOrd="0" presId="urn:microsoft.com/office/officeart/2005/8/layout/vList5"/>
    <dgm:cxn modelId="{4FD4AC13-4519-4726-AA55-BB86FCBA1E9A}" type="presParOf" srcId="{FE1ED0F8-0599-4853-8CA7-36AAEB4F224A}" destId="{8599AE48-967A-4DE7-B34C-4A43B518B0A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28DF73-2A59-4D4D-B2ED-5E03DA3008AB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ACCB54-250E-456C-A254-249E54A5E259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7A66C0-55B7-4C44-BF49-B6C4FE6931CA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Model Compression &amp; Quantization</a:t>
          </a:r>
          <a:r>
            <a:rPr lang="en-US" sz="2100" kern="1200"/>
            <a:t> Converts 32-bit weights to 8-bit (int8), reducing model size by ~75% while retaining ~97% accuracy.</a:t>
          </a:r>
        </a:p>
      </dsp:txBody>
      <dsp:txXfrm>
        <a:off x="1435590" y="531"/>
        <a:ext cx="9080009" cy="1242935"/>
      </dsp:txXfrm>
    </dsp:sp>
    <dsp:sp modelId="{0B469331-098A-4189-A748-184D4A6DB109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E283CA-9EC6-403C-8DB7-B7CDD1291E29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3C402-6794-433B-A247-E7515EC9D4FE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TensorFlow Lite for Microcontrollers (TFLite Micro)</a:t>
          </a:r>
          <a:r>
            <a:rPr lang="en-US" sz="2100" kern="1200"/>
            <a:t> Lightweight, OS-free ML framework for ARM Cortex-M, ESP32, and DSPs; highly portable across platforms.</a:t>
          </a:r>
        </a:p>
      </dsp:txBody>
      <dsp:txXfrm>
        <a:off x="1435590" y="1554201"/>
        <a:ext cx="9080009" cy="1242935"/>
      </dsp:txXfrm>
    </dsp:sp>
    <dsp:sp modelId="{3F1EF539-DA22-45DD-B48E-455ABD7115D9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DA2E53-D57A-406E-A1CD-A2F17656A2E5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2D731E-DF46-4A92-98B0-DBE570499E18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Edge Impulse Platform</a:t>
          </a:r>
          <a:r>
            <a:rPr lang="en-US" sz="2100" kern="1200"/>
            <a:t> End-to-end TinyML development suite with EON Compiler for optimized deployment on microcontrollers like ESP32 and Arduino.</a:t>
          </a:r>
        </a:p>
      </dsp:txBody>
      <dsp:txXfrm>
        <a:off x="1435590" y="3107870"/>
        <a:ext cx="9080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2B1214-4E96-4A1E-A097-FCE7F95F2383}">
      <dsp:nvSpPr>
        <dsp:cNvPr id="0" name=""/>
        <dsp:cNvSpPr/>
      </dsp:nvSpPr>
      <dsp:spPr>
        <a:xfrm>
          <a:off x="1848780" y="1033914"/>
          <a:ext cx="3934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413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34887" y="1077514"/>
        <a:ext cx="21200" cy="4240"/>
      </dsp:txXfrm>
    </dsp:sp>
    <dsp:sp modelId="{FB409539-2E22-4939-A069-989578ABF227}">
      <dsp:nvSpPr>
        <dsp:cNvPr id="0" name=""/>
        <dsp:cNvSpPr/>
      </dsp:nvSpPr>
      <dsp:spPr>
        <a:xfrm>
          <a:off x="7043" y="526573"/>
          <a:ext cx="1843537" cy="110612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335" tIns="94822" rIns="90335" bIns="9482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Battery-powered embedded vision systems demand ultra-low power consumption</a:t>
          </a:r>
        </a:p>
      </dsp:txBody>
      <dsp:txXfrm>
        <a:off x="7043" y="526573"/>
        <a:ext cx="1843537" cy="1106122"/>
      </dsp:txXfrm>
    </dsp:sp>
    <dsp:sp modelId="{272FBACC-D187-421E-BAFF-1905C76CD283}">
      <dsp:nvSpPr>
        <dsp:cNvPr id="0" name=""/>
        <dsp:cNvSpPr/>
      </dsp:nvSpPr>
      <dsp:spPr>
        <a:xfrm>
          <a:off x="4116332" y="1033914"/>
          <a:ext cx="3934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413" y="45720"/>
              </a:lnTo>
            </a:path>
          </a:pathLst>
        </a:custGeom>
        <a:noFill/>
        <a:ln w="1270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02438" y="1077514"/>
        <a:ext cx="21200" cy="4240"/>
      </dsp:txXfrm>
    </dsp:sp>
    <dsp:sp modelId="{ED9FA65F-1DD3-4D92-8E2D-5D7260842AAA}">
      <dsp:nvSpPr>
        <dsp:cNvPr id="0" name=""/>
        <dsp:cNvSpPr/>
      </dsp:nvSpPr>
      <dsp:spPr>
        <a:xfrm>
          <a:off x="2274594" y="526573"/>
          <a:ext cx="1843537" cy="1106122"/>
        </a:xfrm>
        <a:prstGeom prst="rect">
          <a:avLst/>
        </a:prstGeom>
        <a:solidFill>
          <a:schemeClr val="accent2">
            <a:hueOff val="805452"/>
            <a:satOff val="-2312"/>
            <a:lumOff val="-370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335" tIns="94822" rIns="90335" bIns="9482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ESP32 Case Study</a:t>
          </a:r>
        </a:p>
      </dsp:txBody>
      <dsp:txXfrm>
        <a:off x="2274594" y="526573"/>
        <a:ext cx="1843537" cy="1106122"/>
      </dsp:txXfrm>
    </dsp:sp>
    <dsp:sp modelId="{4411CD14-39F0-4177-92A4-3B814FADC19E}">
      <dsp:nvSpPr>
        <dsp:cNvPr id="0" name=""/>
        <dsp:cNvSpPr/>
      </dsp:nvSpPr>
      <dsp:spPr>
        <a:xfrm>
          <a:off x="6383883" y="1033914"/>
          <a:ext cx="3934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413" y="45720"/>
              </a:lnTo>
            </a:path>
          </a:pathLst>
        </a:custGeom>
        <a:noFill/>
        <a:ln w="1270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69989" y="1077514"/>
        <a:ext cx="21200" cy="4240"/>
      </dsp:txXfrm>
    </dsp:sp>
    <dsp:sp modelId="{E6A91623-87D3-4EB6-B977-87BB5B56A6EC}">
      <dsp:nvSpPr>
        <dsp:cNvPr id="0" name=""/>
        <dsp:cNvSpPr/>
      </dsp:nvSpPr>
      <dsp:spPr>
        <a:xfrm>
          <a:off x="4542145" y="526573"/>
          <a:ext cx="1843537" cy="1106122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335" tIns="94822" rIns="90335" bIns="9482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With camera: ~1.25 volts/hour</a:t>
          </a:r>
        </a:p>
      </dsp:txBody>
      <dsp:txXfrm>
        <a:off x="4542145" y="526573"/>
        <a:ext cx="1843537" cy="1106122"/>
      </dsp:txXfrm>
    </dsp:sp>
    <dsp:sp modelId="{E866496C-57A2-43B3-891A-CC8F81B90CAB}">
      <dsp:nvSpPr>
        <dsp:cNvPr id="0" name=""/>
        <dsp:cNvSpPr/>
      </dsp:nvSpPr>
      <dsp:spPr>
        <a:xfrm>
          <a:off x="8651434" y="1033914"/>
          <a:ext cx="3934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413" y="45720"/>
              </a:lnTo>
            </a:path>
          </a:pathLst>
        </a:custGeom>
        <a:noFill/>
        <a:ln w="1270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837540" y="1077514"/>
        <a:ext cx="21200" cy="4240"/>
      </dsp:txXfrm>
    </dsp:sp>
    <dsp:sp modelId="{A6145901-A319-4985-9B84-B3FBBDAB2C83}">
      <dsp:nvSpPr>
        <dsp:cNvPr id="0" name=""/>
        <dsp:cNvSpPr/>
      </dsp:nvSpPr>
      <dsp:spPr>
        <a:xfrm>
          <a:off x="6809696" y="526573"/>
          <a:ext cx="1843537" cy="1106122"/>
        </a:xfrm>
        <a:prstGeom prst="rect">
          <a:avLst/>
        </a:prstGeom>
        <a:solidFill>
          <a:schemeClr val="accent2">
            <a:hueOff val="2416355"/>
            <a:satOff val="-6935"/>
            <a:lumOff val="-111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335" tIns="94822" rIns="90335" bIns="9482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Without camera: ~0.93 volts/hour</a:t>
          </a:r>
        </a:p>
      </dsp:txBody>
      <dsp:txXfrm>
        <a:off x="6809696" y="526573"/>
        <a:ext cx="1843537" cy="1106122"/>
      </dsp:txXfrm>
    </dsp:sp>
    <dsp:sp modelId="{61F34014-E972-4CAA-AB1B-AE1553B013C8}">
      <dsp:nvSpPr>
        <dsp:cNvPr id="0" name=""/>
        <dsp:cNvSpPr/>
      </dsp:nvSpPr>
      <dsp:spPr>
        <a:xfrm>
          <a:off x="928812" y="1630895"/>
          <a:ext cx="9070204" cy="393413"/>
        </a:xfrm>
        <a:custGeom>
          <a:avLst/>
          <a:gdLst/>
          <a:ahLst/>
          <a:cxnLst/>
          <a:rect l="0" t="0" r="0" b="0"/>
          <a:pathLst>
            <a:path>
              <a:moveTo>
                <a:pt x="9070204" y="0"/>
              </a:moveTo>
              <a:lnTo>
                <a:pt x="9070204" y="213806"/>
              </a:lnTo>
              <a:lnTo>
                <a:pt x="0" y="213806"/>
              </a:lnTo>
              <a:lnTo>
                <a:pt x="0" y="393413"/>
              </a:lnTo>
            </a:path>
          </a:pathLst>
        </a:custGeom>
        <a:noFill/>
        <a:ln w="1270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36911" y="1825482"/>
        <a:ext cx="454005" cy="4240"/>
      </dsp:txXfrm>
    </dsp:sp>
    <dsp:sp modelId="{DCCDD285-3198-4B47-BD05-6C2E66806055}">
      <dsp:nvSpPr>
        <dsp:cNvPr id="0" name=""/>
        <dsp:cNvSpPr/>
      </dsp:nvSpPr>
      <dsp:spPr>
        <a:xfrm>
          <a:off x="9077248" y="526573"/>
          <a:ext cx="1843537" cy="1106122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335" tIns="94822" rIns="90335" bIns="9482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Highlights need for smart power strategies</a:t>
          </a:r>
        </a:p>
      </dsp:txBody>
      <dsp:txXfrm>
        <a:off x="9077248" y="526573"/>
        <a:ext cx="1843537" cy="1106122"/>
      </dsp:txXfrm>
    </dsp:sp>
    <dsp:sp modelId="{6725BC4A-9317-489E-A178-9D267F21573C}">
      <dsp:nvSpPr>
        <dsp:cNvPr id="0" name=""/>
        <dsp:cNvSpPr/>
      </dsp:nvSpPr>
      <dsp:spPr>
        <a:xfrm>
          <a:off x="1848780" y="2564050"/>
          <a:ext cx="3934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413" y="45720"/>
              </a:lnTo>
            </a:path>
          </a:pathLst>
        </a:custGeom>
        <a:noFill/>
        <a:ln w="1270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34887" y="2607650"/>
        <a:ext cx="21200" cy="4240"/>
      </dsp:txXfrm>
    </dsp:sp>
    <dsp:sp modelId="{4D0AF931-267D-4C56-AB8B-A2BD60F7B91B}">
      <dsp:nvSpPr>
        <dsp:cNvPr id="0" name=""/>
        <dsp:cNvSpPr/>
      </dsp:nvSpPr>
      <dsp:spPr>
        <a:xfrm>
          <a:off x="7043" y="2056709"/>
          <a:ext cx="1843537" cy="1106122"/>
        </a:xfrm>
        <a:prstGeom prst="rect">
          <a:avLst/>
        </a:prstGeom>
        <a:solidFill>
          <a:schemeClr val="accent2">
            <a:hueOff val="4027259"/>
            <a:satOff val="-11558"/>
            <a:lumOff val="-1850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335" tIns="94822" rIns="90335" bIns="9482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Optimization techniques</a:t>
          </a:r>
        </a:p>
      </dsp:txBody>
      <dsp:txXfrm>
        <a:off x="7043" y="2056709"/>
        <a:ext cx="1843537" cy="1106122"/>
      </dsp:txXfrm>
    </dsp:sp>
    <dsp:sp modelId="{B9B1B1F4-2394-4F92-B3EF-62B8D50BFED8}">
      <dsp:nvSpPr>
        <dsp:cNvPr id="0" name=""/>
        <dsp:cNvSpPr/>
      </dsp:nvSpPr>
      <dsp:spPr>
        <a:xfrm>
          <a:off x="4116332" y="2564050"/>
          <a:ext cx="3934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413" y="45720"/>
              </a:lnTo>
            </a:path>
          </a:pathLst>
        </a:custGeom>
        <a:noFill/>
        <a:ln w="1270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02438" y="2607650"/>
        <a:ext cx="21200" cy="4240"/>
      </dsp:txXfrm>
    </dsp:sp>
    <dsp:sp modelId="{35C8B172-E8E2-42C6-8106-DB3A0C99F258}">
      <dsp:nvSpPr>
        <dsp:cNvPr id="0" name=""/>
        <dsp:cNvSpPr/>
      </dsp:nvSpPr>
      <dsp:spPr>
        <a:xfrm>
          <a:off x="2274594" y="2056709"/>
          <a:ext cx="1843537" cy="1106122"/>
        </a:xfrm>
        <a:prstGeom prst="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335" tIns="94822" rIns="90335" bIns="9482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Deep sleep modes</a:t>
          </a:r>
        </a:p>
      </dsp:txBody>
      <dsp:txXfrm>
        <a:off x="2274594" y="2056709"/>
        <a:ext cx="1843537" cy="1106122"/>
      </dsp:txXfrm>
    </dsp:sp>
    <dsp:sp modelId="{06EF4D9C-5BE5-4A68-9343-85DC63C823A8}">
      <dsp:nvSpPr>
        <dsp:cNvPr id="0" name=""/>
        <dsp:cNvSpPr/>
      </dsp:nvSpPr>
      <dsp:spPr>
        <a:xfrm>
          <a:off x="6383883" y="2564050"/>
          <a:ext cx="3934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3413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69989" y="2607650"/>
        <a:ext cx="21200" cy="4240"/>
      </dsp:txXfrm>
    </dsp:sp>
    <dsp:sp modelId="{11FD8544-6112-4EA2-88E7-14EB8320BCA1}">
      <dsp:nvSpPr>
        <dsp:cNvPr id="0" name=""/>
        <dsp:cNvSpPr/>
      </dsp:nvSpPr>
      <dsp:spPr>
        <a:xfrm>
          <a:off x="4542145" y="2056709"/>
          <a:ext cx="1843537" cy="1106122"/>
        </a:xfrm>
        <a:prstGeom prst="rect">
          <a:avLst/>
        </a:prstGeom>
        <a:solidFill>
          <a:schemeClr val="accent2">
            <a:hueOff val="5638162"/>
            <a:satOff val="-16181"/>
            <a:lumOff val="-2590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335" tIns="94822" rIns="90335" bIns="9482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Event-driven activation</a:t>
          </a:r>
        </a:p>
      </dsp:txBody>
      <dsp:txXfrm>
        <a:off x="4542145" y="2056709"/>
        <a:ext cx="1843537" cy="1106122"/>
      </dsp:txXfrm>
    </dsp:sp>
    <dsp:sp modelId="{8E49A321-EFDA-4B9E-AEE3-1649E4C68047}">
      <dsp:nvSpPr>
        <dsp:cNvPr id="0" name=""/>
        <dsp:cNvSpPr/>
      </dsp:nvSpPr>
      <dsp:spPr>
        <a:xfrm>
          <a:off x="6809696" y="2056709"/>
          <a:ext cx="1843537" cy="110612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335" tIns="94822" rIns="90335" bIns="94822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Duty-cycled operation for extended battery life</a:t>
          </a:r>
        </a:p>
      </dsp:txBody>
      <dsp:txXfrm>
        <a:off x="6809696" y="2056709"/>
        <a:ext cx="1843537" cy="11061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71535D-637D-4A54-B3C5-62910F80AE59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1E1FE41-BF43-41C0-ACEE-58060089E3C3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b="1" i="0" kern="1200" baseline="0" dirty="0"/>
            <a:t>Resolution Optimization</a:t>
          </a:r>
          <a:r>
            <a:rPr lang="en-PK" sz="2000" b="0" i="0" kern="1200" baseline="0" dirty="0"/>
            <a:t> Use low-resolution inputs (e.g., 96×96 or 128×128 pixels) to reduce computational load while preserving detection accuracy.</a:t>
          </a:r>
          <a:endParaRPr lang="en-US" sz="2000" kern="1200" dirty="0"/>
        </a:p>
      </dsp:txBody>
      <dsp:txXfrm>
        <a:off x="0" y="2124"/>
        <a:ext cx="10515600" cy="724514"/>
      </dsp:txXfrm>
    </dsp:sp>
    <dsp:sp modelId="{32FF4AFE-E9E9-48DD-AAF9-629FE6C54BE6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91E874-9040-445C-BDF6-3AE36DF24137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b="0" i="0" kern="1200" baseline="0"/>
            <a:t>Example: Visual Wake Words dataset uses 96×96 grayscale images for person detection.</a:t>
          </a:r>
          <a:endParaRPr lang="en-US" sz="2000" kern="1200"/>
        </a:p>
      </dsp:txBody>
      <dsp:txXfrm>
        <a:off x="0" y="726639"/>
        <a:ext cx="10515600" cy="724514"/>
      </dsp:txXfrm>
    </dsp:sp>
    <dsp:sp modelId="{F3A52B59-E198-4577-AADD-FF8344E21FE8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9965EF-2A45-4741-97CE-E0E42247A346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b="1" i="0" kern="1200" baseline="0"/>
            <a:t>Model Architecture Selection</a:t>
          </a:r>
          <a:r>
            <a:rPr lang="en-PK" sz="2000" b="0" i="0" kern="1200" baseline="0"/>
            <a:t> Choose lightweight models like MobileNet-SSD or FOMO for resource-constrained devices.</a:t>
          </a:r>
          <a:endParaRPr lang="en-US" sz="2000" kern="1200"/>
        </a:p>
      </dsp:txBody>
      <dsp:txXfrm>
        <a:off x="0" y="1451154"/>
        <a:ext cx="10515600" cy="724514"/>
      </dsp:txXfrm>
    </dsp:sp>
    <dsp:sp modelId="{F16989B7-8D6A-41C9-9236-CDE4498D3EA1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FE6C7FC-312D-44D3-ADE7-022A25234183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b="0" i="0" kern="1200" baseline="0"/>
            <a:t>MobileNet uses depthwise separable convolutions to balance efficiency and feature extraction.</a:t>
          </a:r>
          <a:endParaRPr lang="en-US" sz="2000" kern="1200"/>
        </a:p>
      </dsp:txBody>
      <dsp:txXfrm>
        <a:off x="0" y="2175669"/>
        <a:ext cx="10515600" cy="724514"/>
      </dsp:txXfrm>
    </dsp:sp>
    <dsp:sp modelId="{3087C8E3-6E10-44A7-BCD0-47EDBF5CB8B3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3B7048B-84F5-4719-B523-1057ADC566B8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b="1" i="0" kern="1200" baseline="0"/>
            <a:t>Hybrid Edge-Cloud Approaches</a:t>
          </a:r>
          <a:r>
            <a:rPr lang="en-PK" sz="2000" b="0" i="0" kern="1200" baseline="0"/>
            <a:t> Combine local inference with cloud-based verification for improved accuracy.</a:t>
          </a:r>
          <a:endParaRPr lang="en-US" sz="2000" kern="1200"/>
        </a:p>
      </dsp:txBody>
      <dsp:txXfrm>
        <a:off x="0" y="2900183"/>
        <a:ext cx="10515600" cy="724514"/>
      </dsp:txXfrm>
    </dsp:sp>
    <dsp:sp modelId="{4C030AC2-50D4-4DF7-8BE1-BBEF812F7E14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08BBF31-EBB9-47E8-8FE8-1D2FE7C6A0BB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000" b="0" i="0" kern="1200" baseline="0"/>
            <a:t>Example: EagleEye project uses local processing with cloud-assisted labeling.</a:t>
          </a:r>
          <a:endParaRPr lang="en-US" sz="2000" kern="1200"/>
        </a:p>
      </dsp:txBody>
      <dsp:txXfrm>
        <a:off x="0" y="3624698"/>
        <a:ext cx="10515600" cy="7245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732C4E-48E1-4DC9-A87E-BDE077356A84}">
      <dsp:nvSpPr>
        <dsp:cNvPr id="0" name=""/>
        <dsp:cNvSpPr/>
      </dsp:nvSpPr>
      <dsp:spPr>
        <a:xfrm>
          <a:off x="0" y="1912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EagleEye system distinguishes itself through several key design choices:</a:t>
          </a:r>
        </a:p>
      </dsp:txBody>
      <dsp:txXfrm>
        <a:off x="40813" y="42725"/>
        <a:ext cx="3703990" cy="754434"/>
      </dsp:txXfrm>
    </dsp:sp>
    <dsp:sp modelId="{EBBB6D0B-5422-44A7-971B-450AEAFBD0B4}">
      <dsp:nvSpPr>
        <dsp:cNvPr id="0" name=""/>
        <dsp:cNvSpPr/>
      </dsp:nvSpPr>
      <dsp:spPr>
        <a:xfrm rot="5400000">
          <a:off x="6816183" y="-2067186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Complete person detection inference executes </a:t>
          </a:r>
          <a:r>
            <a:rPr lang="en-US" sz="1500" b="1" kern="1200"/>
            <a:t>on-device</a:t>
          </a:r>
          <a:r>
            <a:rPr lang="en-US" sz="1500" kern="1200"/>
            <a:t> [1, 2].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Eliminates cloud dependence and protects user privacy.</a:t>
          </a:r>
        </a:p>
      </dsp:txBody>
      <dsp:txXfrm rot="-5400000">
        <a:off x="3785615" y="996032"/>
        <a:ext cx="6697334" cy="603548"/>
      </dsp:txXfrm>
    </dsp:sp>
    <dsp:sp modelId="{3AA06C31-75F1-4F6A-80D0-A1B1ADEB34B9}">
      <dsp:nvSpPr>
        <dsp:cNvPr id="0" name=""/>
        <dsp:cNvSpPr/>
      </dsp:nvSpPr>
      <dsp:spPr>
        <a:xfrm>
          <a:off x="0" y="879775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Local Processing</a:t>
          </a:r>
          <a:r>
            <a:rPr lang="en-US" sz="1600" kern="1200"/>
            <a:t> 🔒</a:t>
          </a:r>
        </a:p>
      </dsp:txBody>
      <dsp:txXfrm>
        <a:off x="40813" y="920588"/>
        <a:ext cx="3703990" cy="754434"/>
      </dsp:txXfrm>
    </dsp:sp>
    <dsp:sp modelId="{CAC12FCF-8314-4813-9D95-F9288547E823}">
      <dsp:nvSpPr>
        <dsp:cNvPr id="0" name=""/>
        <dsp:cNvSpPr/>
      </dsp:nvSpPr>
      <dsp:spPr>
        <a:xfrm rot="5400000">
          <a:off x="6816183" y="-1189323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Utilizes affordable commodity hardware (e.g., ESP32-CAM @ </a:t>
          </a:r>
          <a:r>
            <a:rPr lang="en-US" sz="1500" b="1" kern="1200"/>
            <a:t>$10-15</a:t>
          </a:r>
          <a:r>
            <a:rPr lang="en-US" sz="1500" kern="1200"/>
            <a:t>) [46].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Avoids high initial costs ($100-$200) and recurring subscriptions.</a:t>
          </a:r>
        </a:p>
      </dsp:txBody>
      <dsp:txXfrm rot="-5400000">
        <a:off x="3785615" y="1873895"/>
        <a:ext cx="6697334" cy="603548"/>
      </dsp:txXfrm>
    </dsp:sp>
    <dsp:sp modelId="{195FDFFE-0C6F-4475-99E9-A3A848E97678}">
      <dsp:nvSpPr>
        <dsp:cNvPr id="0" name=""/>
        <dsp:cNvSpPr/>
      </dsp:nvSpPr>
      <dsp:spPr>
        <a:xfrm>
          <a:off x="0" y="1757638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Cost Effectiveness</a:t>
          </a:r>
          <a:r>
            <a:rPr lang="en-US" sz="1600" kern="1200"/>
            <a:t> 💰</a:t>
          </a:r>
        </a:p>
      </dsp:txBody>
      <dsp:txXfrm>
        <a:off x="40813" y="1798451"/>
        <a:ext cx="3703990" cy="754434"/>
      </dsp:txXfrm>
    </dsp:sp>
    <dsp:sp modelId="{556DF563-4900-42E8-B2D7-0AE9FAEE0203}">
      <dsp:nvSpPr>
        <dsp:cNvPr id="0" name=""/>
        <dsp:cNvSpPr/>
      </dsp:nvSpPr>
      <dsp:spPr>
        <a:xfrm rot="5400000">
          <a:off x="6816183" y="-311459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Edge processing eliminates network round-trip delays.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Enables </a:t>
          </a:r>
          <a:r>
            <a:rPr lang="en-US" sz="1500" b="1" kern="1200"/>
            <a:t>sub-second</a:t>
          </a:r>
          <a:r>
            <a:rPr lang="en-US" sz="1500" kern="1200"/>
            <a:t> response times.</a:t>
          </a:r>
        </a:p>
      </dsp:txBody>
      <dsp:txXfrm rot="-5400000">
        <a:off x="3785615" y="2751759"/>
        <a:ext cx="6697334" cy="603548"/>
      </dsp:txXfrm>
    </dsp:sp>
    <dsp:sp modelId="{31B81352-E5CD-4B4B-B9B3-FFB2DEC511E5}">
      <dsp:nvSpPr>
        <dsp:cNvPr id="0" name=""/>
        <dsp:cNvSpPr/>
      </dsp:nvSpPr>
      <dsp:spPr>
        <a:xfrm>
          <a:off x="0" y="2635502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Minimal Latency</a:t>
          </a:r>
          <a:r>
            <a:rPr lang="en-US" sz="1600" kern="1200"/>
            <a:t> ⚡</a:t>
          </a:r>
        </a:p>
      </dsp:txBody>
      <dsp:txXfrm>
        <a:off x="40813" y="2676315"/>
        <a:ext cx="3703990" cy="754434"/>
      </dsp:txXfrm>
    </dsp:sp>
    <dsp:sp modelId="{8599AE48-967A-4DE7-B34C-4A43B518B0A6}">
      <dsp:nvSpPr>
        <dsp:cNvPr id="0" name=""/>
        <dsp:cNvSpPr/>
      </dsp:nvSpPr>
      <dsp:spPr>
        <a:xfrm rot="5400000">
          <a:off x="6816183" y="566403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Core detection functionality operates with intermittent or no connectivity.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Network access is only required for sending notifications.</a:t>
          </a:r>
        </a:p>
      </dsp:txBody>
      <dsp:txXfrm rot="-5400000">
        <a:off x="3785615" y="3629621"/>
        <a:ext cx="6697334" cy="603548"/>
      </dsp:txXfrm>
    </dsp:sp>
    <dsp:sp modelId="{949D71CD-D66D-48C2-83E8-4C5FA3B97375}">
      <dsp:nvSpPr>
        <dsp:cNvPr id="0" name=""/>
        <dsp:cNvSpPr/>
      </dsp:nvSpPr>
      <dsp:spPr>
        <a:xfrm>
          <a:off x="0" y="3513365"/>
          <a:ext cx="378561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Independence from Internet</a:t>
          </a:r>
          <a:r>
            <a:rPr lang="en-US" sz="1600" kern="1200"/>
            <a:t> 🚫</a:t>
          </a:r>
        </a:p>
      </dsp:txBody>
      <dsp:txXfrm>
        <a:off x="40813" y="3554178"/>
        <a:ext cx="3703990" cy="7544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09A2D-F3D4-418A-B7FC-8BFC8259CAB0}" type="datetimeFigureOut">
              <a:rPr lang="en-PK" smtClean="0"/>
              <a:t>29/10/2025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9442E3-ACAD-4F7C-ABED-669D91737CC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17410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svg"/><Relationship Id="rId7" Type="http://schemas.openxmlformats.org/officeDocument/2006/relationships/image" Target="../media/image11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3.svg"/><Relationship Id="rId7" Type="http://schemas.openxmlformats.org/officeDocument/2006/relationships/image" Target="../media/image19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34602-5C8C-59CD-5888-3ABD87606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E6A12-547A-0C77-83BB-5576D2E0D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E31AC-2D13-D17C-F88E-F34DCCE12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4811B-E89B-A6D5-B9F0-E9EC9ECBB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C48AC-7334-6483-C95C-D34B9DECB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46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8B07-8E03-0035-8744-E05F6F918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F265-49DF-D5F1-8815-A1F727727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9DE55-1D86-5EA6-6D6F-E9723D14E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1481-B55B-6191-9C85-E9B614587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87349-6EEE-3297-45DA-E3C9D48E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35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46B8C-BBC6-1684-71C3-97A1B0AAE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9F45-596C-7805-7DD0-6572839BA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5A7B5-CF62-F9DF-C9C6-D253E8981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2F21E-DB46-CAEC-C6C2-0809841B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EF5-E1C7-1331-310E-5BA3F08CC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123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E2AF-593B-B5C2-8799-42750BB12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5BAC9-EB7C-613A-B2B8-7BD5E4C989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DA859-43AB-ACF3-E16C-156580770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4E90F-DE33-6972-FB04-E1D8770A7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192A1-8159-ED06-C600-58FA09D04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22492-39BB-6B4B-DDC8-5E6A474E5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99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5F5CB-EF3E-6B15-95FE-EC3F5A517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F7F09-C926-9773-4C13-94B504373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DE260-691C-F57E-19F7-872861CA9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623CBD-FBC0-1307-883D-3F49429DF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3E0049-3281-14C3-D8D2-D85B62E2EE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DCABC-DA29-89CB-C4B3-A00952B7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17BA3-D216-8D82-5A6E-38175206E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C2A34B-F046-861F-C869-951E27F42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6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9BBEB-75FD-2D7B-EA05-46A5D325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D23516-5225-9927-E6F1-A2A06D667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E54422-8F2B-DD6E-A74E-3919F6B39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70F396-7B7D-0A0A-6C67-7CAE5015D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807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C1B46-56E8-9531-20C2-AAAA8DBFD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A4FDD-C59E-5A4E-E9B9-85A6EF137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10645-C724-B288-5A9F-66C0FB138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513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75D73-E4A4-5A25-F4BF-B9C490768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493DB-23A2-A6F7-CAC7-85235FB2D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891A76-277D-9E28-B2DB-788D57326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2F2E4-50CA-005B-C452-3B1E305B6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9C4A2-A7A5-238E-0AD8-E7B635DA5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5D565-4434-2AD9-310E-611A9E311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122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3ED62-2A38-EA70-A63D-A498F09B0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5EAAD-C731-BD81-16D8-D0B85EAEED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7058A-41C5-6AF0-C8E6-B1851BB6D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E1DAE-312E-C422-0694-3E155C6A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C2433-5796-813F-87E7-1018AE631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B7812-86D7-436C-57E6-BA897F24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66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5EC4-5C1A-4ABB-FF6D-7D7BA6313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342BE-02D4-E034-53A8-682A19BE2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EB914-4AB3-6D18-E0E6-CBF854B88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B9254-DE7F-5A94-332A-3FC00F17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8B164-84EC-2721-5246-574A9158C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471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C0122-A3E3-BCF9-707C-CB40644D2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9190C-A124-EA5B-F2B3-3CBC6F37B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4DD25-29E9-C948-547C-67FC197E4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0874B-B068-0373-5BE6-11CBC0581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A7495-BC65-5935-F7D3-8DB3A2C09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482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49AF0BE-EA0C-C2AF-FCBA-EAA6664E50DD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61811" y="1065937"/>
            <a:ext cx="11007418" cy="525886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Name Date Placeholder">
            <a:extLst>
              <a:ext uri="{FF2B5EF4-FFF2-40B4-BE49-F238E27FC236}">
                <a16:creationId xmlns:a16="http://schemas.microsoft.com/office/drawing/2014/main" id="{C28C2C46-CCA7-9BC1-5A92-7E912F07EDA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572328"/>
            <a:ext cx="7708750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3133F166-DAE8-2B28-90E9-242BCBB4093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077439"/>
            <a:ext cx="11017250" cy="378056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1312CE-2C3B-2F5A-EA24-F624616A49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811" y="1605712"/>
            <a:ext cx="11007418" cy="125572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9657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C79BE67-567B-E88E-133F-13F593DC6FD2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61811" y="1065937"/>
            <a:ext cx="11007418" cy="525886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Name Date Placeholder">
            <a:extLst>
              <a:ext uri="{FF2B5EF4-FFF2-40B4-BE49-F238E27FC236}">
                <a16:creationId xmlns:a16="http://schemas.microsoft.com/office/drawing/2014/main" id="{2501E374-F1DA-2AD5-A054-82ED604C347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572328"/>
            <a:ext cx="7707600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8" name="Picture 19">
            <a:extLst>
              <a:ext uri="{FF2B5EF4-FFF2-40B4-BE49-F238E27FC236}">
                <a16:creationId xmlns:a16="http://schemas.microsoft.com/office/drawing/2014/main" id="{BAABBAB7-1942-DB88-A446-DA1DD5C4476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077438"/>
            <a:ext cx="11017250" cy="3780561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AE92216-3462-06F0-4D18-376C6118A8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811" y="1605712"/>
            <a:ext cx="11007418" cy="125572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946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01V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61811" y="1304925"/>
            <a:ext cx="3554577" cy="833663"/>
          </a:xfrm>
        </p:spPr>
        <p:txBody>
          <a:bodyPr wrap="square" lIns="36000" tIns="0" rIns="0" bIns="21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9FE4A27-B319-940F-EC8D-F396F3A975A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332288" y="0"/>
            <a:ext cx="7859712" cy="6858000"/>
          </a:xfrm>
          <a:prstGeom prst="round2SameRect">
            <a:avLst>
              <a:gd name="adj1" fmla="val 0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Name Date Placeholder">
            <a:extLst>
              <a:ext uri="{FF2B5EF4-FFF2-40B4-BE49-F238E27FC236}">
                <a16:creationId xmlns:a16="http://schemas.microsoft.com/office/drawing/2014/main" id="{EB890E5E-0BF5-2C53-0515-2FCFA1F6A77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7588" y="475542"/>
            <a:ext cx="3028800" cy="400110"/>
          </a:xfrm>
        </p:spPr>
        <p:txBody>
          <a:bodyPr wrap="square" lIns="0" tIns="0" rIns="0" bIns="0" anchor="ctr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9" name="Freeform: Shape 2">
            <a:extLst>
              <a:ext uri="{FF2B5EF4-FFF2-40B4-BE49-F238E27FC236}">
                <a16:creationId xmlns:a16="http://schemas.microsoft.com/office/drawing/2014/main" id="{1A72CF3F-194B-2168-FB64-F19FDC181A46}"/>
              </a:ext>
            </a:extLst>
          </p:cNvPr>
          <p:cNvSpPr/>
          <p:nvPr userDrawn="1"/>
        </p:nvSpPr>
        <p:spPr>
          <a:xfrm flipH="1">
            <a:off x="2678814" y="5201516"/>
            <a:ext cx="1656485" cy="1656485"/>
          </a:xfrm>
          <a:custGeom>
            <a:avLst/>
            <a:gdLst>
              <a:gd name="connsiteX0" fmla="*/ 0 w 1656485"/>
              <a:gd name="connsiteY0" fmla="*/ 0 h 1656485"/>
              <a:gd name="connsiteX1" fmla="*/ 1656485 w 1656485"/>
              <a:gd name="connsiteY1" fmla="*/ 1656485 h 1656485"/>
              <a:gd name="connsiteX2" fmla="*/ 964671 w 1656485"/>
              <a:gd name="connsiteY2" fmla="*/ 1656485 h 1656485"/>
              <a:gd name="connsiteX3" fmla="*/ 0 w 1656485"/>
              <a:gd name="connsiteY3" fmla="*/ 691814 h 1656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6485" h="1656485">
                <a:moveTo>
                  <a:pt x="0" y="0"/>
                </a:moveTo>
                <a:cubicBezTo>
                  <a:pt x="914851" y="0"/>
                  <a:pt x="1656485" y="741634"/>
                  <a:pt x="1656485" y="1656485"/>
                </a:cubicBezTo>
                <a:lnTo>
                  <a:pt x="964671" y="1656485"/>
                </a:lnTo>
                <a:cubicBezTo>
                  <a:pt x="964671" y="1123712"/>
                  <a:pt x="532773" y="691814"/>
                  <a:pt x="0" y="6918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4B1C277-5C83-A8EA-A3BF-E2E345D438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811" y="2138588"/>
            <a:ext cx="3554577" cy="376718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5080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080528" y="1646424"/>
            <a:ext cx="3524097" cy="1231106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35436"/>
            <a:ext cx="7268055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8079887" y="1646330"/>
            <a:ext cx="0" cy="12312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9A9C71F3-3653-5F93-98F0-79580F6C87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429000"/>
            <a:ext cx="11017250" cy="342900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C65060C-9F23-811A-DF0F-D4517BCA2CA8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7489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81A3176-98E4-285D-410F-80643BA59375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920E06-4A57-EF61-67DE-8F0F1DC0CD18}"/>
              </a:ext>
            </a:extLst>
          </p:cNvPr>
          <p:cNvSpPr/>
          <p:nvPr userDrawn="1"/>
        </p:nvSpPr>
        <p:spPr>
          <a:xfrm>
            <a:off x="8075614" y="1582205"/>
            <a:ext cx="4116386" cy="136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080528" y="1582205"/>
            <a:ext cx="3524097" cy="1359548"/>
          </a:xfrm>
        </p:spPr>
        <p:txBody>
          <a:bodyPr wrap="square" lIns="216000" tIns="216000" rIns="0" bIns="21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35436"/>
            <a:ext cx="7268055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Picture 19">
            <a:extLst>
              <a:ext uri="{FF2B5EF4-FFF2-40B4-BE49-F238E27FC236}">
                <a16:creationId xmlns:a16="http://schemas.microsoft.com/office/drawing/2014/main" id="{8BC39D9E-7922-9CC3-19AA-E9F8E3601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7375" y="3429000"/>
            <a:ext cx="11017250" cy="3429000"/>
          </a:xfrm>
          <a:prstGeom prst="round2SameRect">
            <a:avLst>
              <a:gd name="adj1" fmla="val 1357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6172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02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0487CD5-A145-7D73-43F4-21D4D67453A2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2291" y="3866176"/>
            <a:ext cx="3524097" cy="1231106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760717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91650" y="3866082"/>
            <a:ext cx="0" cy="12312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5" name="Picture 19">
            <a:extLst>
              <a:ext uri="{FF2B5EF4-FFF2-40B4-BE49-F238E27FC236}">
                <a16:creationId xmlns:a16="http://schemas.microsoft.com/office/drawing/2014/main" id="{C009E7EB-E426-C637-3A35-333795CF344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1" y="0"/>
            <a:ext cx="5400674" cy="6273800"/>
          </a:xfrm>
          <a:prstGeom prst="round2SameRect">
            <a:avLst>
              <a:gd name="adj1" fmla="val 0"/>
              <a:gd name="adj2" fmla="val 10287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8673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76A7684-1823-1A19-3901-C6F024E13AA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905931" y="2934222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0E8C43F5-D529-F741-2CD4-AF383222538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05931" y="3826610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Subtitle Placeholder">
            <a:extLst>
              <a:ext uri="{FF2B5EF4-FFF2-40B4-BE49-F238E27FC236}">
                <a16:creationId xmlns:a16="http://schemas.microsoft.com/office/drawing/2014/main" id="{066C7E35-D46F-C61E-602A-99B47A3CA56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05931" y="4718998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Subtitle Placeholder">
            <a:extLst>
              <a:ext uri="{FF2B5EF4-FFF2-40B4-BE49-F238E27FC236}">
                <a16:creationId xmlns:a16="http://schemas.microsoft.com/office/drawing/2014/main" id="{9C12FDE5-A699-1E3B-9623-92D28F89CDB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05931" y="5611385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Subtitle Placeholder">
            <a:extLst>
              <a:ext uri="{FF2B5EF4-FFF2-40B4-BE49-F238E27FC236}">
                <a16:creationId xmlns:a16="http://schemas.microsoft.com/office/drawing/2014/main" id="{E8BE6395-AA47-FFBE-D784-A51AB0BC8A1F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522505" y="2934222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4" name="Subtitle Placeholder">
            <a:extLst>
              <a:ext uri="{FF2B5EF4-FFF2-40B4-BE49-F238E27FC236}">
                <a16:creationId xmlns:a16="http://schemas.microsoft.com/office/drawing/2014/main" id="{505971A1-D139-3590-4486-F56C273C9637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522505" y="3826610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Subtitle Placeholder">
            <a:extLst>
              <a:ext uri="{FF2B5EF4-FFF2-40B4-BE49-F238E27FC236}">
                <a16:creationId xmlns:a16="http://schemas.microsoft.com/office/drawing/2014/main" id="{8E71B1AB-A720-3230-687D-4D40765D5D5F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22505" y="4718998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">
            <a:extLst>
              <a:ext uri="{FF2B5EF4-FFF2-40B4-BE49-F238E27FC236}">
                <a16:creationId xmlns:a16="http://schemas.microsoft.com/office/drawing/2014/main" id="{43192281-10EA-2857-88D9-EF52E1DF752E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522505" y="5611385"/>
            <a:ext cx="5082120" cy="651905"/>
          </a:xfrm>
        </p:spPr>
        <p:txBody>
          <a:bodyPr wrap="square" lIns="144000" tIns="0" rIns="0" bIns="3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6" name="Title 1">
            <a:extLst>
              <a:ext uri="{FF2B5EF4-FFF2-40B4-BE49-F238E27FC236}">
                <a16:creationId xmlns:a16="http://schemas.microsoft.com/office/drawing/2014/main" id="{A98B7112-3D5F-6700-A7BF-88E030DB43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35436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grpSp>
        <p:nvGrpSpPr>
          <p:cNvPr id="15" name="Group">
            <a:extLst>
              <a:ext uri="{FF2B5EF4-FFF2-40B4-BE49-F238E27FC236}">
                <a16:creationId xmlns:a16="http://schemas.microsoft.com/office/drawing/2014/main" id="{8924DA07-BE89-50EF-533E-2876D41C6386}"/>
              </a:ext>
            </a:extLst>
          </p:cNvPr>
          <p:cNvGrpSpPr/>
          <p:nvPr userDrawn="1"/>
        </p:nvGrpSpPr>
        <p:grpSpPr>
          <a:xfrm>
            <a:off x="591650" y="3104928"/>
            <a:ext cx="310492" cy="310492"/>
            <a:chOff x="990456" y="3391893"/>
            <a:chExt cx="360000" cy="360000"/>
          </a:xfrm>
        </p:grpSpPr>
        <p:sp>
          <p:nvSpPr>
            <p:cNvPr id="16" name="Rectangle: Rounded Corners">
              <a:extLst>
                <a:ext uri="{FF2B5EF4-FFF2-40B4-BE49-F238E27FC236}">
                  <a16:creationId xmlns:a16="http://schemas.microsoft.com/office/drawing/2014/main" id="{A38C795C-BCBA-4592-8940-00D8EC46726B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7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4D2BBA68-F457-B5A6-0D2D-D8FD8AD372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18" name="Group">
            <a:extLst>
              <a:ext uri="{FF2B5EF4-FFF2-40B4-BE49-F238E27FC236}">
                <a16:creationId xmlns:a16="http://schemas.microsoft.com/office/drawing/2014/main" id="{39873E42-DEC9-9C3D-08CF-12E75A81E104}"/>
              </a:ext>
            </a:extLst>
          </p:cNvPr>
          <p:cNvGrpSpPr/>
          <p:nvPr userDrawn="1"/>
        </p:nvGrpSpPr>
        <p:grpSpPr>
          <a:xfrm>
            <a:off x="591650" y="3997316"/>
            <a:ext cx="310492" cy="310492"/>
            <a:chOff x="990456" y="3391893"/>
            <a:chExt cx="360000" cy="360000"/>
          </a:xfrm>
        </p:grpSpPr>
        <p:sp>
          <p:nvSpPr>
            <p:cNvPr id="19" name="Rectangle: Rounded Corners">
              <a:extLst>
                <a:ext uri="{FF2B5EF4-FFF2-40B4-BE49-F238E27FC236}">
                  <a16:creationId xmlns:a16="http://schemas.microsoft.com/office/drawing/2014/main" id="{5F7F2012-151C-638D-39CE-1862BBB117E5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0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49935D05-8CD2-7465-03DF-DE39B30E93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21" name="Group">
            <a:extLst>
              <a:ext uri="{FF2B5EF4-FFF2-40B4-BE49-F238E27FC236}">
                <a16:creationId xmlns:a16="http://schemas.microsoft.com/office/drawing/2014/main" id="{BEFD107A-826D-1620-3C30-86166B72E268}"/>
              </a:ext>
            </a:extLst>
          </p:cNvPr>
          <p:cNvGrpSpPr/>
          <p:nvPr userDrawn="1"/>
        </p:nvGrpSpPr>
        <p:grpSpPr>
          <a:xfrm>
            <a:off x="591650" y="4889704"/>
            <a:ext cx="310492" cy="310492"/>
            <a:chOff x="990456" y="3391893"/>
            <a:chExt cx="360000" cy="360000"/>
          </a:xfrm>
        </p:grpSpPr>
        <p:sp>
          <p:nvSpPr>
            <p:cNvPr id="22" name="Rectangle: Rounded Corners">
              <a:extLst>
                <a:ext uri="{FF2B5EF4-FFF2-40B4-BE49-F238E27FC236}">
                  <a16:creationId xmlns:a16="http://schemas.microsoft.com/office/drawing/2014/main" id="{8EE85E0F-4B43-E9B7-A1CB-6F23CFBD2DFD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6037A203-8AF5-228C-252E-EC862F1A50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32" name="Group">
            <a:extLst>
              <a:ext uri="{FF2B5EF4-FFF2-40B4-BE49-F238E27FC236}">
                <a16:creationId xmlns:a16="http://schemas.microsoft.com/office/drawing/2014/main" id="{FD382E07-BF74-9D2E-A661-AD99065491A6}"/>
              </a:ext>
            </a:extLst>
          </p:cNvPr>
          <p:cNvGrpSpPr/>
          <p:nvPr userDrawn="1"/>
        </p:nvGrpSpPr>
        <p:grpSpPr>
          <a:xfrm>
            <a:off x="591650" y="5782091"/>
            <a:ext cx="310492" cy="310492"/>
            <a:chOff x="990456" y="3391893"/>
            <a:chExt cx="360000" cy="360000"/>
          </a:xfrm>
        </p:grpSpPr>
        <p:sp>
          <p:nvSpPr>
            <p:cNvPr id="33" name="Rectangle: Rounded Corners">
              <a:extLst>
                <a:ext uri="{FF2B5EF4-FFF2-40B4-BE49-F238E27FC236}">
                  <a16:creationId xmlns:a16="http://schemas.microsoft.com/office/drawing/2014/main" id="{A4827483-41EC-B87B-0585-920F6DD01EBD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EE1633B-8EF0-3D77-11C4-84D3C416BC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35" name="Group">
            <a:extLst>
              <a:ext uri="{FF2B5EF4-FFF2-40B4-BE49-F238E27FC236}">
                <a16:creationId xmlns:a16="http://schemas.microsoft.com/office/drawing/2014/main" id="{690CA606-79C4-2886-0E5F-74B3C1F9F447}"/>
              </a:ext>
            </a:extLst>
          </p:cNvPr>
          <p:cNvGrpSpPr/>
          <p:nvPr userDrawn="1"/>
        </p:nvGrpSpPr>
        <p:grpSpPr>
          <a:xfrm>
            <a:off x="6208224" y="3104928"/>
            <a:ext cx="310492" cy="310492"/>
            <a:chOff x="990456" y="3391893"/>
            <a:chExt cx="360000" cy="360000"/>
          </a:xfrm>
        </p:grpSpPr>
        <p:sp>
          <p:nvSpPr>
            <p:cNvPr id="36" name="Rectangle: Rounded Corners">
              <a:extLst>
                <a:ext uri="{FF2B5EF4-FFF2-40B4-BE49-F238E27FC236}">
                  <a16:creationId xmlns:a16="http://schemas.microsoft.com/office/drawing/2014/main" id="{C6AA1E20-1B5D-DD7B-9745-5BFD6E5D80E2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7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BF992589-3556-E368-0B1C-E6443BC9CB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57" name="Group">
            <a:extLst>
              <a:ext uri="{FF2B5EF4-FFF2-40B4-BE49-F238E27FC236}">
                <a16:creationId xmlns:a16="http://schemas.microsoft.com/office/drawing/2014/main" id="{CDFDC920-56EB-0D1E-9BEA-AF7AD2C41B58}"/>
              </a:ext>
            </a:extLst>
          </p:cNvPr>
          <p:cNvGrpSpPr/>
          <p:nvPr userDrawn="1"/>
        </p:nvGrpSpPr>
        <p:grpSpPr>
          <a:xfrm>
            <a:off x="6208224" y="3997316"/>
            <a:ext cx="310492" cy="310492"/>
            <a:chOff x="990456" y="3391893"/>
            <a:chExt cx="360000" cy="360000"/>
          </a:xfrm>
        </p:grpSpPr>
        <p:sp>
          <p:nvSpPr>
            <p:cNvPr id="58" name="Rectangle: Rounded Corners">
              <a:extLst>
                <a:ext uri="{FF2B5EF4-FFF2-40B4-BE49-F238E27FC236}">
                  <a16:creationId xmlns:a16="http://schemas.microsoft.com/office/drawing/2014/main" id="{8CFB35BA-2A40-5650-D270-2ED508138AA6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59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6BE5C6E-E3AC-CCBD-4A5D-DCA041FEB6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60" name="Group">
            <a:extLst>
              <a:ext uri="{FF2B5EF4-FFF2-40B4-BE49-F238E27FC236}">
                <a16:creationId xmlns:a16="http://schemas.microsoft.com/office/drawing/2014/main" id="{D95B7472-FB62-92D4-B60B-08F7A9285245}"/>
              </a:ext>
            </a:extLst>
          </p:cNvPr>
          <p:cNvGrpSpPr/>
          <p:nvPr userDrawn="1"/>
        </p:nvGrpSpPr>
        <p:grpSpPr>
          <a:xfrm>
            <a:off x="6208224" y="4889704"/>
            <a:ext cx="310492" cy="310492"/>
            <a:chOff x="990456" y="3391893"/>
            <a:chExt cx="360000" cy="360000"/>
          </a:xfrm>
        </p:grpSpPr>
        <p:sp>
          <p:nvSpPr>
            <p:cNvPr id="61" name="Rectangle: Rounded Corners">
              <a:extLst>
                <a:ext uri="{FF2B5EF4-FFF2-40B4-BE49-F238E27FC236}">
                  <a16:creationId xmlns:a16="http://schemas.microsoft.com/office/drawing/2014/main" id="{107C8028-1106-84A9-4018-288A39E046B7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2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BA22113-699C-8954-7AFE-A95E970102E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63" name="Group">
            <a:extLst>
              <a:ext uri="{FF2B5EF4-FFF2-40B4-BE49-F238E27FC236}">
                <a16:creationId xmlns:a16="http://schemas.microsoft.com/office/drawing/2014/main" id="{0C3871D7-D20E-E1D6-951B-71415AF49E59}"/>
              </a:ext>
            </a:extLst>
          </p:cNvPr>
          <p:cNvGrpSpPr/>
          <p:nvPr userDrawn="1"/>
        </p:nvGrpSpPr>
        <p:grpSpPr>
          <a:xfrm>
            <a:off x="6208224" y="5782091"/>
            <a:ext cx="310492" cy="310492"/>
            <a:chOff x="990456" y="3391893"/>
            <a:chExt cx="360000" cy="360000"/>
          </a:xfrm>
        </p:grpSpPr>
        <p:sp>
          <p:nvSpPr>
            <p:cNvPr id="64" name="Rectangle: Rounded Corners">
              <a:extLst>
                <a:ext uri="{FF2B5EF4-FFF2-40B4-BE49-F238E27FC236}">
                  <a16:creationId xmlns:a16="http://schemas.microsoft.com/office/drawing/2014/main" id="{E2897212-0F36-A43F-D7CD-EB9253587348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5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5C38AEC-1D3A-A731-D46C-446BCFF19A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22191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03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084F482-2134-F524-1DE6-F9B9D55FF83F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35436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905930" y="3407440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">
            <a:extLst>
              <a:ext uri="{FF2B5EF4-FFF2-40B4-BE49-F238E27FC236}">
                <a16:creationId xmlns:a16="http://schemas.microsoft.com/office/drawing/2014/main" id="{5BD44302-B412-8B8C-F85A-AA1C2A256424}"/>
              </a:ext>
            </a:extLst>
          </p:cNvPr>
          <p:cNvGrpSpPr/>
          <p:nvPr userDrawn="1"/>
        </p:nvGrpSpPr>
        <p:grpSpPr>
          <a:xfrm>
            <a:off x="591650" y="3424258"/>
            <a:ext cx="310492" cy="310492"/>
            <a:chOff x="990456" y="3391893"/>
            <a:chExt cx="360000" cy="360000"/>
          </a:xfrm>
        </p:grpSpPr>
        <p:sp>
          <p:nvSpPr>
            <p:cNvPr id="2" name="Rectangle: Rounded Corners">
              <a:extLst>
                <a:ext uri="{FF2B5EF4-FFF2-40B4-BE49-F238E27FC236}">
                  <a16:creationId xmlns:a16="http://schemas.microsoft.com/office/drawing/2014/main" id="{193B250D-F778-C153-5B09-6093E6FCFC91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185D1908-94AA-27EF-4A25-FA8BD767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0E8C43F5-D529-F741-2CD4-AF3832225387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05930" y="4148292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B4012B79-26B4-5CA4-8BAC-7922606024B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05930" y="4889144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C3AC72D-025C-3A11-EA5D-E3AFA80D6FEF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05930" y="5637992"/>
            <a:ext cx="6953783" cy="344128"/>
          </a:xfrm>
        </p:spPr>
        <p:txBody>
          <a:bodyPr wrap="square" lIns="144000" tIns="0" rIns="0" bIns="36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2" name="Group">
            <a:extLst>
              <a:ext uri="{FF2B5EF4-FFF2-40B4-BE49-F238E27FC236}">
                <a16:creationId xmlns:a16="http://schemas.microsoft.com/office/drawing/2014/main" id="{8220C018-0222-066D-AD0C-DDDA51B52E65}"/>
              </a:ext>
            </a:extLst>
          </p:cNvPr>
          <p:cNvGrpSpPr/>
          <p:nvPr userDrawn="1"/>
        </p:nvGrpSpPr>
        <p:grpSpPr>
          <a:xfrm>
            <a:off x="591650" y="4167627"/>
            <a:ext cx="310492" cy="310492"/>
            <a:chOff x="990456" y="3391893"/>
            <a:chExt cx="360000" cy="360000"/>
          </a:xfrm>
        </p:grpSpPr>
        <p:sp>
          <p:nvSpPr>
            <p:cNvPr id="13" name="Rectangle: Rounded Corners">
              <a:extLst>
                <a:ext uri="{FF2B5EF4-FFF2-40B4-BE49-F238E27FC236}">
                  <a16:creationId xmlns:a16="http://schemas.microsoft.com/office/drawing/2014/main" id="{7262C8ED-9F09-9216-670A-63181019D609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4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0398581A-7794-AA0C-C51E-669C58F89A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16" name="Group">
            <a:extLst>
              <a:ext uri="{FF2B5EF4-FFF2-40B4-BE49-F238E27FC236}">
                <a16:creationId xmlns:a16="http://schemas.microsoft.com/office/drawing/2014/main" id="{FA41952F-A81A-329B-7281-A86E79CADEC9}"/>
              </a:ext>
            </a:extLst>
          </p:cNvPr>
          <p:cNvGrpSpPr/>
          <p:nvPr userDrawn="1"/>
        </p:nvGrpSpPr>
        <p:grpSpPr>
          <a:xfrm>
            <a:off x="591650" y="4910996"/>
            <a:ext cx="310492" cy="310492"/>
            <a:chOff x="990456" y="3391893"/>
            <a:chExt cx="360000" cy="360000"/>
          </a:xfrm>
        </p:grpSpPr>
        <p:sp>
          <p:nvSpPr>
            <p:cNvPr id="17" name="Rectangle: Rounded Corners">
              <a:extLst>
                <a:ext uri="{FF2B5EF4-FFF2-40B4-BE49-F238E27FC236}">
                  <a16:creationId xmlns:a16="http://schemas.microsoft.com/office/drawing/2014/main" id="{CDFE8CAF-8CD1-1573-3787-4B79B3649F56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8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E96ACCB7-3B11-183B-E76B-EE28AF9543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  <p:grpSp>
        <p:nvGrpSpPr>
          <p:cNvPr id="20" name="Group">
            <a:extLst>
              <a:ext uri="{FF2B5EF4-FFF2-40B4-BE49-F238E27FC236}">
                <a16:creationId xmlns:a16="http://schemas.microsoft.com/office/drawing/2014/main" id="{16A53DB9-4D1C-5269-D773-E4A25F89F19E}"/>
              </a:ext>
            </a:extLst>
          </p:cNvPr>
          <p:cNvGrpSpPr/>
          <p:nvPr userDrawn="1"/>
        </p:nvGrpSpPr>
        <p:grpSpPr>
          <a:xfrm>
            <a:off x="591650" y="5654364"/>
            <a:ext cx="310492" cy="310492"/>
            <a:chOff x="990456" y="3391893"/>
            <a:chExt cx="360000" cy="360000"/>
          </a:xfrm>
        </p:grpSpPr>
        <p:sp>
          <p:nvSpPr>
            <p:cNvPr id="21" name="Rectangle: Rounded Corners">
              <a:extLst>
                <a:ext uri="{FF2B5EF4-FFF2-40B4-BE49-F238E27FC236}">
                  <a16:creationId xmlns:a16="http://schemas.microsoft.com/office/drawing/2014/main" id="{11D39A46-0017-F4C6-190A-126EBE02629B}"/>
                </a:ext>
              </a:extLst>
            </p:cNvPr>
            <p:cNvSpPr/>
            <p:nvPr userDrawn="1"/>
          </p:nvSpPr>
          <p:spPr>
            <a:xfrm>
              <a:off x="990456" y="3391893"/>
              <a:ext cx="360000" cy="360000"/>
            </a:xfrm>
            <a:prstGeom prst="roundRect">
              <a:avLst>
                <a:gd name="adj" fmla="val 12271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2" name="Graphic 2" descr="Воспроизвести со сплошной заливкой">
              <a:extLst>
                <a:ext uri="{FF2B5EF4-FFF2-40B4-BE49-F238E27FC236}">
                  <a16:creationId xmlns:a16="http://schemas.microsoft.com/office/drawing/2014/main" id="{6276E34A-66F5-F0DC-5854-5DEC0C0F77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2348" y="3457593"/>
              <a:ext cx="228600" cy="228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96725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8DDA395-4B2E-5027-97BE-94CAC7710740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4239067"/>
            <a:ext cx="4116388" cy="165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772960"/>
            <a:ext cx="3524095" cy="845974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3DBCC1-7D97-A46B-4B7B-B9E87907FEFF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7468" y="4239067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371594" y="1772960"/>
            <a:ext cx="3488400" cy="165604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8116033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98721-3AEE-04C2-5BDD-0203ADF41E3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8116225" y="1772960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371594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91650" y="4251298"/>
            <a:ext cx="3488400" cy="1656000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80436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CAC9B30-99F5-EF5B-E4AB-626A8B317B02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4239066"/>
            <a:ext cx="4116388" cy="26189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772960"/>
            <a:ext cx="3524095" cy="845974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3DBCC1-7D97-A46B-4B7B-B9E87907FEFF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7468" y="4239067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1772960"/>
            <a:ext cx="0" cy="165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C5BA3D6-84EA-8A79-61E1-996A3FBB431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371594" y="1772960"/>
            <a:ext cx="3488400" cy="165604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8116033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798721-3AEE-04C2-5BDD-0203ADF41E3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8116225" y="1772960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371594" y="4251298"/>
            <a:ext cx="3488400" cy="16560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591650" y="4251298"/>
            <a:ext cx="3488400" cy="1656000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28595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04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F03EA96-511B-D4E1-07B4-42A629E75323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3632472"/>
            <a:ext cx="2643153" cy="3225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349973"/>
            <a:ext cx="3524095" cy="845974"/>
          </a:xfrm>
          <a:prstGeom prst="rect">
            <a:avLst/>
          </a:prstGeom>
        </p:spPr>
        <p:txBody>
          <a:bodyPr vert="horz" wrap="square" lIns="0" tIns="21600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49611A14-897E-953D-B14C-510F23533FC2}"/>
              </a:ext>
            </a:extLst>
          </p:cNvPr>
          <p:cNvCxnSpPr>
            <a:cxnSpLocks/>
          </p:cNvCxnSpPr>
          <p:nvPr userDrawn="1"/>
        </p:nvCxnSpPr>
        <p:spPr>
          <a:xfrm flipV="1">
            <a:off x="4971913" y="3632472"/>
            <a:ext cx="0" cy="265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1290E4-029E-5ABD-15C8-3C62FA72500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088001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1FCB03E-54F7-18C2-716B-A636F0E8746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39825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E298074-1988-F979-E876-73B36E0D4DD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591650" y="3632472"/>
            <a:ext cx="2016000" cy="2653236"/>
          </a:xfrm>
        </p:spPr>
        <p:txBody>
          <a:bodyPr lIns="0" tIns="216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4000F21-D568-A32C-B35E-3F93A6F123C2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7336177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7C9694D-B068-942A-835F-28C9BB5A102B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584350" y="3632472"/>
            <a:ext cx="2016000" cy="2653200"/>
          </a:xfrm>
        </p:spPr>
        <p:txBody>
          <a:bodyPr lIns="108000" tIns="216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5DC565D5-EF8A-2AEF-3EC6-E66F0F2827D5}"/>
              </a:ext>
            </a:extLst>
          </p:cNvPr>
          <p:cNvCxnSpPr>
            <a:cxnSpLocks/>
          </p:cNvCxnSpPr>
          <p:nvPr userDrawn="1"/>
        </p:nvCxnSpPr>
        <p:spPr>
          <a:xfrm flipV="1">
            <a:off x="7220089" y="3632472"/>
            <a:ext cx="0" cy="265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">
            <a:extLst>
              <a:ext uri="{FF2B5EF4-FFF2-40B4-BE49-F238E27FC236}">
                <a16:creationId xmlns:a16="http://schemas.microsoft.com/office/drawing/2014/main" id="{BA6AD9DB-245E-46D9-A88E-4F0C5D56A686}"/>
              </a:ext>
            </a:extLst>
          </p:cNvPr>
          <p:cNvCxnSpPr>
            <a:cxnSpLocks/>
          </p:cNvCxnSpPr>
          <p:nvPr userDrawn="1"/>
        </p:nvCxnSpPr>
        <p:spPr>
          <a:xfrm flipV="1">
            <a:off x="9468265" y="3632472"/>
            <a:ext cx="0" cy="2653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8543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D7F35C0-A8EA-5309-30D4-7D326AA3723A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35436"/>
            <a:ext cx="5395759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3D079C1F-CAA3-F061-4AE8-BF8F8299F0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2" y="0"/>
            <a:ext cx="5400673" cy="6273799"/>
          </a:xfrm>
          <a:prstGeom prst="round2SameRect">
            <a:avLst>
              <a:gd name="adj1" fmla="val 0"/>
              <a:gd name="adj2" fmla="val 9001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99F6D80E-AC64-24F4-6D2C-93A2540EC55A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2291" y="3386773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trike="noStrike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D061B049-C148-6A93-50DA-BF08383D2E9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92291" y="3981552"/>
            <a:ext cx="5395759" cy="2294882"/>
          </a:xfrm>
        </p:spPr>
        <p:txBody>
          <a:bodyPr lIns="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1C8CEB2B-733D-E677-EA35-EDB973B48694}"/>
              </a:ext>
            </a:extLst>
          </p:cNvPr>
          <p:cNvCxnSpPr>
            <a:cxnSpLocks/>
          </p:cNvCxnSpPr>
          <p:nvPr userDrawn="1"/>
        </p:nvCxnSpPr>
        <p:spPr>
          <a:xfrm>
            <a:off x="5916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8546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92143EB-D278-C5C6-05D2-A56B3061D5CD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641" y="3386771"/>
            <a:ext cx="5987409" cy="34712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2291" y="3386773"/>
            <a:ext cx="5395759" cy="598589"/>
          </a:xfrm>
        </p:spPr>
        <p:txBody>
          <a:bodyPr wrap="square" lIns="0" tIns="216000" rIns="21600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35436"/>
            <a:ext cx="5395759" cy="188359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92291" y="3981552"/>
            <a:ext cx="5395759" cy="2294882"/>
          </a:xfrm>
        </p:spPr>
        <p:txBody>
          <a:bodyPr lIns="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916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E8B634EE-36E3-DBCC-6013-189D5761B7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03952" y="0"/>
            <a:ext cx="5400673" cy="6273799"/>
          </a:xfrm>
          <a:prstGeom prst="round2SameRect">
            <a:avLst>
              <a:gd name="adj1" fmla="val 0"/>
              <a:gd name="adj2" fmla="val 9001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4018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6FB9293-E1F8-8E71-C731-C33262080C49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6203950" y="3386771"/>
            <a:ext cx="5987409" cy="34712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204591" y="3386773"/>
            <a:ext cx="5395759" cy="598589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1335436"/>
            <a:ext cx="5395759" cy="1883593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4591" y="3981552"/>
            <a:ext cx="5395759" cy="2294882"/>
          </a:xfrm>
        </p:spPr>
        <p:txBody>
          <a:bodyPr lIns="216000" tIns="144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64199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659061C0-FADB-8B8B-8469-188444F940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37" y="1304924"/>
            <a:ext cx="5400673" cy="5553075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5200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ext Box T20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5B0940B-228F-F49A-EE37-2ADAF3C8A17C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204591" y="3386773"/>
            <a:ext cx="5395759" cy="598589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1335436"/>
            <a:ext cx="5395759" cy="1883593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4591" y="3981552"/>
            <a:ext cx="5395759" cy="2294882"/>
          </a:xfrm>
        </p:spPr>
        <p:txBody>
          <a:bodyPr lIns="216000" tIns="144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3D079C1F-CAA3-F061-4AE8-BF8F8299F0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37" y="1304924"/>
            <a:ext cx="5400673" cy="5553075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cxnSp>
        <p:nvCxnSpPr>
          <p:cNvPr id="6" name="Straight Connector">
            <a:extLst>
              <a:ext uri="{FF2B5EF4-FFF2-40B4-BE49-F238E27FC236}">
                <a16:creationId xmlns:a16="http://schemas.microsoft.com/office/drawing/2014/main" id="{9A0E6AB1-F354-2FD0-7FF2-68DC2E37EAE8}"/>
              </a:ext>
            </a:extLst>
          </p:cNvPr>
          <p:cNvCxnSpPr>
            <a:cxnSpLocks/>
          </p:cNvCxnSpPr>
          <p:nvPr userDrawn="1"/>
        </p:nvCxnSpPr>
        <p:spPr>
          <a:xfrm>
            <a:off x="6419950" y="3985362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2783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9232E94-DFCA-F9A6-BB11-601A6013CD28}"/>
              </a:ext>
            </a:extLst>
          </p:cNvPr>
          <p:cNvSpPr/>
          <p:nvPr userDrawn="1"/>
        </p:nvSpPr>
        <p:spPr>
          <a:xfrm>
            <a:off x="0" y="3017580"/>
            <a:ext cx="5988050" cy="3840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2291" y="3017580"/>
            <a:ext cx="5395759" cy="907200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7268063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92291" y="3944797"/>
            <a:ext cx="5395759" cy="23256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208866" y="3017580"/>
            <a:ext cx="5395759" cy="907200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208866" y="3944797"/>
            <a:ext cx="5395759" cy="2326072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F397A1A-1ED0-E65E-6A35-6253C681858C}"/>
              </a:ext>
            </a:extLst>
          </p:cNvPr>
          <p:cNvSpPr/>
          <p:nvPr userDrawn="1"/>
        </p:nvSpPr>
        <p:spPr>
          <a:xfrm>
            <a:off x="9490699" y="0"/>
            <a:ext cx="2701301" cy="2693210"/>
          </a:xfrm>
          <a:custGeom>
            <a:avLst/>
            <a:gdLst>
              <a:gd name="connsiteX0" fmla="*/ 83772 w 2701301"/>
              <a:gd name="connsiteY0" fmla="*/ 0 h 2693210"/>
              <a:gd name="connsiteX1" fmla="*/ 900895 w 2701301"/>
              <a:gd name="connsiteY1" fmla="*/ 0 h 2693210"/>
              <a:gd name="connsiteX2" fmla="*/ 871339 w 2701301"/>
              <a:gd name="connsiteY2" fmla="*/ 61355 h 2693210"/>
              <a:gd name="connsiteX3" fmla="*/ 765781 w 2701301"/>
              <a:gd name="connsiteY3" fmla="*/ 584200 h 2693210"/>
              <a:gd name="connsiteX4" fmla="*/ 2109009 w 2701301"/>
              <a:gd name="connsiteY4" fmla="*/ 1927428 h 2693210"/>
              <a:gd name="connsiteX5" fmla="*/ 2631854 w 2701301"/>
              <a:gd name="connsiteY5" fmla="*/ 1821870 h 2693210"/>
              <a:gd name="connsiteX6" fmla="*/ 2701301 w 2701301"/>
              <a:gd name="connsiteY6" fmla="*/ 1788416 h 2693210"/>
              <a:gd name="connsiteX7" fmla="*/ 2701301 w 2701301"/>
              <a:gd name="connsiteY7" fmla="*/ 2607358 h 2693210"/>
              <a:gd name="connsiteX8" fmla="*/ 2534049 w 2701301"/>
              <a:gd name="connsiteY8" fmla="*/ 2650363 h 2693210"/>
              <a:gd name="connsiteX9" fmla="*/ 2109010 w 2701301"/>
              <a:gd name="connsiteY9" fmla="*/ 2693210 h 2693210"/>
              <a:gd name="connsiteX10" fmla="*/ 0 w 2701301"/>
              <a:gd name="connsiteY10" fmla="*/ 584200 h 2693210"/>
              <a:gd name="connsiteX11" fmla="*/ 42848 w 2701301"/>
              <a:gd name="connsiteY11" fmla="*/ 159161 h 269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01301" h="2693210">
                <a:moveTo>
                  <a:pt x="83772" y="0"/>
                </a:moveTo>
                <a:lnTo>
                  <a:pt x="900895" y="0"/>
                </a:lnTo>
                <a:lnTo>
                  <a:pt x="871339" y="61355"/>
                </a:lnTo>
                <a:cubicBezTo>
                  <a:pt x="803368" y="222057"/>
                  <a:pt x="765781" y="398739"/>
                  <a:pt x="765781" y="584200"/>
                </a:cubicBezTo>
                <a:cubicBezTo>
                  <a:pt x="765781" y="1326044"/>
                  <a:pt x="1367165" y="1927428"/>
                  <a:pt x="2109009" y="1927428"/>
                </a:cubicBezTo>
                <a:cubicBezTo>
                  <a:pt x="2294470" y="1927428"/>
                  <a:pt x="2471152" y="1889842"/>
                  <a:pt x="2631854" y="1821870"/>
                </a:cubicBezTo>
                <a:lnTo>
                  <a:pt x="2701301" y="1788416"/>
                </a:lnTo>
                <a:lnTo>
                  <a:pt x="2701301" y="2607358"/>
                </a:lnTo>
                <a:lnTo>
                  <a:pt x="2534049" y="2650363"/>
                </a:lnTo>
                <a:cubicBezTo>
                  <a:pt x="2396758" y="2678456"/>
                  <a:pt x="2254607" y="2693210"/>
                  <a:pt x="2109010" y="2693210"/>
                </a:cubicBezTo>
                <a:cubicBezTo>
                  <a:pt x="944236" y="2693210"/>
                  <a:pt x="0" y="1748974"/>
                  <a:pt x="0" y="584200"/>
                </a:cubicBezTo>
                <a:cubicBezTo>
                  <a:pt x="0" y="438603"/>
                  <a:pt x="14754" y="296452"/>
                  <a:pt x="42848" y="15916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0011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DB1C815-8DA1-CCED-FD10-D26E4CA9015B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7268063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6016D0-893B-92E8-9AA1-FD6381FF88E7}"/>
              </a:ext>
            </a:extLst>
          </p:cNvPr>
          <p:cNvSpPr/>
          <p:nvPr userDrawn="1"/>
        </p:nvSpPr>
        <p:spPr>
          <a:xfrm>
            <a:off x="587375" y="2729955"/>
            <a:ext cx="5400000" cy="35523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Placeholder">
            <a:extLst>
              <a:ext uri="{FF2B5EF4-FFF2-40B4-BE49-F238E27FC236}">
                <a16:creationId xmlns:a16="http://schemas.microsoft.com/office/drawing/2014/main" id="{FC47E551-1640-86A4-18AE-F72D1F74EA4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016" y="2739786"/>
            <a:ext cx="5395759" cy="906366"/>
          </a:xfrm>
        </p:spPr>
        <p:txBody>
          <a:bodyPr wrap="square" lIns="21600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6CA1BB8-199C-0E5D-3C89-52929563F6F1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88016" y="3703758"/>
            <a:ext cx="5395759" cy="2580533"/>
          </a:xfrm>
        </p:spPr>
        <p:txBody>
          <a:bodyPr lIns="21600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AB4E527A-DAA8-CD4E-29C5-E53FF388CD0A}"/>
              </a:ext>
            </a:extLst>
          </p:cNvPr>
          <p:cNvCxnSpPr>
            <a:cxnSpLocks/>
          </p:cNvCxnSpPr>
          <p:nvPr userDrawn="1"/>
        </p:nvCxnSpPr>
        <p:spPr>
          <a:xfrm>
            <a:off x="803375" y="3673178"/>
            <a:ext cx="49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34BB9ED-034D-C6F9-C12E-EE6AFCBE8B63}"/>
              </a:ext>
            </a:extLst>
          </p:cNvPr>
          <p:cNvSpPr/>
          <p:nvPr userDrawn="1"/>
        </p:nvSpPr>
        <p:spPr>
          <a:xfrm>
            <a:off x="6204625" y="2727321"/>
            <a:ext cx="5400000" cy="35523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FDC44773-9566-133D-C54F-DE817ADA78C9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205266" y="2737152"/>
            <a:ext cx="5395759" cy="906366"/>
          </a:xfrm>
        </p:spPr>
        <p:txBody>
          <a:bodyPr wrap="square" lIns="21600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58BCE82-7643-6D49-671F-E8F6F4BF35C2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205266" y="3701124"/>
            <a:ext cx="5395759" cy="2581200"/>
          </a:xfrm>
        </p:spPr>
        <p:txBody>
          <a:bodyPr lIns="216000" tIns="144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br>
              <a:rPr lang="ru-RU" dirty="0"/>
            </a:br>
            <a:endParaRPr lang="en-US" dirty="0"/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96C92098-F7B2-B8BA-F3DD-11BC29FBC55B}"/>
              </a:ext>
            </a:extLst>
          </p:cNvPr>
          <p:cNvCxnSpPr>
            <a:cxnSpLocks/>
          </p:cNvCxnSpPr>
          <p:nvPr userDrawn="1"/>
        </p:nvCxnSpPr>
        <p:spPr>
          <a:xfrm>
            <a:off x="6420625" y="3670544"/>
            <a:ext cx="49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0470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Boxes T21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9232E94-DFCA-F9A6-BB11-601A6013CD28}"/>
              </a:ext>
            </a:extLst>
          </p:cNvPr>
          <p:cNvSpPr/>
          <p:nvPr userDrawn="1"/>
        </p:nvSpPr>
        <p:spPr>
          <a:xfrm>
            <a:off x="0" y="1304925"/>
            <a:ext cx="5988050" cy="347139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2291" y="1304925"/>
            <a:ext cx="5395759" cy="907200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5022310"/>
            <a:ext cx="7268062" cy="125572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2291" y="2232142"/>
            <a:ext cx="5395759" cy="2544181"/>
          </a:xfrm>
        </p:spPr>
        <p:txBody>
          <a:bodyPr lIns="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208866" y="1304925"/>
            <a:ext cx="5395759" cy="907200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6208866" y="2232142"/>
            <a:ext cx="5395759" cy="2545200"/>
          </a:xfrm>
        </p:spPr>
        <p:txBody>
          <a:bodyPr lIns="216000" tIns="108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3C6DEEA-2581-F272-852C-04C1FF646F9C}"/>
              </a:ext>
            </a:extLst>
          </p:cNvPr>
          <p:cNvSpPr/>
          <p:nvPr userDrawn="1"/>
        </p:nvSpPr>
        <p:spPr>
          <a:xfrm>
            <a:off x="1008299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2638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2A12C68-EE2C-5DA9-5627-4F1AD2DEFF53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3019851"/>
            <a:ext cx="4116388" cy="3838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3031426"/>
            <a:ext cx="3524096" cy="906366"/>
          </a:xfrm>
        </p:spPr>
        <p:txBody>
          <a:bodyPr wrap="square" lIns="0" tIns="216000" rIns="216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313707"/>
            <a:ext cx="11012974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91650" y="3947724"/>
            <a:ext cx="3524096" cy="2326072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371594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371594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116033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8116033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3020507"/>
            <a:ext cx="0" cy="3280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0103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3123CC8-CEE8-6788-2928-2D6336784563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3019851"/>
            <a:ext cx="4116388" cy="3838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3031426"/>
            <a:ext cx="3524096" cy="906366"/>
          </a:xfrm>
        </p:spPr>
        <p:txBody>
          <a:bodyPr wrap="square" lIns="0" tIns="216000" rIns="216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91650" y="3947724"/>
            <a:ext cx="3524096" cy="2326072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371594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371594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116033" y="3032082"/>
            <a:ext cx="3488592" cy="906366"/>
          </a:xfrm>
        </p:spPr>
        <p:txBody>
          <a:bodyPr wrap="square" lIns="108000" tIns="216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8116033" y="3947723"/>
            <a:ext cx="3488592" cy="23256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3019851"/>
            <a:ext cx="0" cy="3280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4973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oxes T22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C9FD5B4-DE4F-938F-CF2F-0D70E418249A}"/>
              </a:ext>
            </a:extLst>
          </p:cNvPr>
          <p:cNvSpPr/>
          <p:nvPr userDrawn="1"/>
        </p:nvSpPr>
        <p:spPr>
          <a:xfrm>
            <a:off x="9490699" y="4164790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1313457"/>
            <a:ext cx="3524096" cy="688256"/>
          </a:xfrm>
        </p:spPr>
        <p:txBody>
          <a:bodyPr wrap="square" lIns="0" tIns="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5029944"/>
            <a:ext cx="11012974" cy="125572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1650" y="2011645"/>
            <a:ext cx="3524096" cy="2544181"/>
          </a:xfrm>
        </p:spPr>
        <p:txBody>
          <a:bodyPr lIns="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71A2FB20-7782-F983-F737-6BFDF6CE20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371594" y="1314113"/>
            <a:ext cx="3488592" cy="688256"/>
          </a:xfrm>
        </p:spPr>
        <p:txBody>
          <a:bodyPr wrap="square" lIns="108000" tIns="0" rIns="108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D9270-9D2C-CA4D-AA2C-E36B57CE9FD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371594" y="2011644"/>
            <a:ext cx="3488592" cy="2545200"/>
          </a:xfrm>
        </p:spPr>
        <p:txBody>
          <a:bodyPr lIns="108000" tIns="108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98B32B5B-9E81-4D7C-A7D1-9735ED46BDA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116033" y="1314113"/>
            <a:ext cx="3488592" cy="688256"/>
          </a:xfrm>
        </p:spPr>
        <p:txBody>
          <a:bodyPr wrap="square" lIns="108000" tIns="0" rIns="108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4C7094B-7237-4326-BCE3-90F82EB49753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8116033" y="2011644"/>
            <a:ext cx="3488592" cy="2545200"/>
          </a:xfrm>
        </p:spPr>
        <p:txBody>
          <a:bodyPr lIns="108000" tIns="108000" rIns="108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Straight Connector">
            <a:extLst>
              <a:ext uri="{FF2B5EF4-FFF2-40B4-BE49-F238E27FC236}">
                <a16:creationId xmlns:a16="http://schemas.microsoft.com/office/drawing/2014/main" id="{7D9030DA-1E66-95D5-AC31-1AE95F954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1312226"/>
            <a:ext cx="0" cy="32436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">
            <a:extLst>
              <a:ext uri="{FF2B5EF4-FFF2-40B4-BE49-F238E27FC236}">
                <a16:creationId xmlns:a16="http://schemas.microsoft.com/office/drawing/2014/main" id="{AA0775A6-C7F1-CDAC-41E2-55CCAA18FD11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1313457"/>
            <a:ext cx="0" cy="32423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8722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C2E0A61-0234-702E-067F-C82A0A33075E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2427425"/>
            <a:ext cx="5396400" cy="688256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1650" y="3125612"/>
            <a:ext cx="5396400" cy="1079577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1650" y="4487858"/>
            <a:ext cx="5396400" cy="6876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50" y="5187015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FAFEB25C-CFC1-8FEF-9A2F-36278018D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427425"/>
            <a:ext cx="0" cy="38395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208225" y="2427425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6208225" y="3125612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208225" y="4487858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6208225" y="5187015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22D31091-4126-3AF0-0E73-512ED8431592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347220"/>
            <a:ext cx="110172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5158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B7629C5-7E8A-94CF-735B-521E7711D3CF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52D126-165F-307A-B2CB-0EB7A59BC512}"/>
              </a:ext>
            </a:extLst>
          </p:cNvPr>
          <p:cNvSpPr/>
          <p:nvPr userDrawn="1"/>
        </p:nvSpPr>
        <p:spPr>
          <a:xfrm>
            <a:off x="1" y="4242624"/>
            <a:ext cx="5983776" cy="26153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1650" y="2225296"/>
            <a:ext cx="5396400" cy="6876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50" y="2924453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208225" y="2220185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6208225" y="2918372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208225" y="4269092"/>
            <a:ext cx="5396400" cy="906366"/>
          </a:xfrm>
        </p:spPr>
        <p:txBody>
          <a:bodyPr wrap="square" lIns="108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6208225" y="5187015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Subtitle Placeholder">
            <a:extLst>
              <a:ext uri="{FF2B5EF4-FFF2-40B4-BE49-F238E27FC236}">
                <a16:creationId xmlns:a16="http://schemas.microsoft.com/office/drawing/2014/main" id="{FCCEE109-5079-2C83-359F-17F9EA63E1A0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91650" y="4269092"/>
            <a:ext cx="5396400" cy="906366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760D815-A1E8-136C-C020-88D9721F7C28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591650" y="5187015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02251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 Boxes T23V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2787FBB-B349-D934-0382-A63F3684880C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2427425"/>
            <a:ext cx="5396400" cy="688256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1650" y="3125612"/>
            <a:ext cx="5396400" cy="1079577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Subtitle Placeholder">
            <a:extLst>
              <a:ext uri="{FF2B5EF4-FFF2-40B4-BE49-F238E27FC236}">
                <a16:creationId xmlns:a16="http://schemas.microsoft.com/office/drawing/2014/main" id="{8EC2B027-F9FD-0DB7-B983-5C47FB54A7A8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1650" y="4487858"/>
            <a:ext cx="5396400" cy="687600"/>
          </a:xfrm>
        </p:spPr>
        <p:txBody>
          <a:bodyPr wrap="square" lIns="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F4FE25-7EC4-C5D4-64FF-20FE46EEE40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50" y="5187015"/>
            <a:ext cx="5396400" cy="108000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FAFEB25C-CFC1-8FEF-9A2F-36278018D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427425"/>
            <a:ext cx="0" cy="38395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116CB51D-9534-F7D6-D61E-D69C3016D6AA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208225" y="2427425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79D7D2C-E053-1822-95CA-8266A0169960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6208225" y="3125612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ubtitle Placeholder">
            <a:extLst>
              <a:ext uri="{FF2B5EF4-FFF2-40B4-BE49-F238E27FC236}">
                <a16:creationId xmlns:a16="http://schemas.microsoft.com/office/drawing/2014/main" id="{29BE7874-6F8A-D363-8E22-48FD9221A396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208225" y="4487858"/>
            <a:ext cx="5396400" cy="687600"/>
          </a:xfrm>
        </p:spPr>
        <p:txBody>
          <a:bodyPr wrap="square" lIns="108000" tIns="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F04562F5-0E08-FDFC-2684-3AC168723BE6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6208225" y="5187015"/>
            <a:ext cx="5396400" cy="10800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22D31091-4126-3AF0-0E73-512ED8431592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4347220"/>
            <a:ext cx="110172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5241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ontents C4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40111D9-9615-C1EC-934E-C33457C00A17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93321-7687-C12B-4E46-34DDF65CDC72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49" y="1941571"/>
            <a:ext cx="7268063" cy="939332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07957D6-6FB7-7DCF-FD38-4B3347EE0D49}"/>
              </a:ext>
            </a:extLst>
          </p:cNvPr>
          <p:cNvSpPr>
            <a:spLocks noGrp="1"/>
          </p:cNvSpPr>
          <p:nvPr>
            <p:ph type="tbl" sz="quarter" idx="29"/>
          </p:nvPr>
        </p:nvSpPr>
        <p:spPr>
          <a:xfrm>
            <a:off x="587375" y="3042785"/>
            <a:ext cx="11017250" cy="3231015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3322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ontents C4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F7049D2-BB3B-6064-384A-B54CEA26B140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93321-7687-C12B-4E46-34DDF65CDC72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49" y="1941571"/>
            <a:ext cx="7268063" cy="939332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07957D6-6FB7-7DCF-FD38-4B3347EE0D49}"/>
              </a:ext>
            </a:extLst>
          </p:cNvPr>
          <p:cNvSpPr>
            <a:spLocks noGrp="1"/>
          </p:cNvSpPr>
          <p:nvPr>
            <p:ph type="tbl" sz="quarter" idx="29"/>
          </p:nvPr>
        </p:nvSpPr>
        <p:spPr>
          <a:xfrm>
            <a:off x="587375" y="3042785"/>
            <a:ext cx="11017250" cy="3231015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48572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Radial Bars C41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1335DD5-0C41-4AF4-E82A-A985B29A2F97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828032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8032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43061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4592488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92488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07517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1650" y="4457594"/>
            <a:ext cx="3524738" cy="489534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50" y="4956796"/>
            <a:ext cx="3524738" cy="1328876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4352769" y="4455705"/>
            <a:ext cx="3506944" cy="489534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4352769" y="4956796"/>
            <a:ext cx="3506944" cy="13284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634CB3D6-AF8B-D045-366E-D77BCC389C1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96095" y="2164074"/>
            <a:ext cx="3504256" cy="4693925"/>
          </a:xfrm>
          <a:prstGeom prst="round2SameRect">
            <a:avLst>
              <a:gd name="adj1" fmla="val 14058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F1B372DA-9935-3A17-75AC-847C7FD2E3DE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4455705"/>
            <a:ext cx="0" cy="1829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4568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adial Bars C42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87B6D79-024A-ED7C-2024-28EBEAFFBCDC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828032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8032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43061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4592488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92488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807517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1650" y="4457594"/>
            <a:ext cx="3524738" cy="489534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50" y="4956796"/>
            <a:ext cx="3524738" cy="1328876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4352769" y="4455705"/>
            <a:ext cx="3506944" cy="489534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4352769" y="4956796"/>
            <a:ext cx="3506944" cy="13284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13E020-6CF0-12D0-E6E2-05842B904C7C}"/>
              </a:ext>
            </a:extLst>
          </p:cNvPr>
          <p:cNvSpPr/>
          <p:nvPr userDrawn="1"/>
        </p:nvSpPr>
        <p:spPr>
          <a:xfrm>
            <a:off x="8337400" y="2364284"/>
            <a:ext cx="1854612" cy="1854612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D9E0456-FE02-0B0D-6EE7-4808FC2B33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37400" y="2364284"/>
            <a:ext cx="1854612" cy="1854612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4" name="Percent Placeholder">
            <a:extLst>
              <a:ext uri="{FF2B5EF4-FFF2-40B4-BE49-F238E27FC236}">
                <a16:creationId xmlns:a16="http://schemas.microsoft.com/office/drawing/2014/main" id="{F98A8A39-DAED-C1F2-BCFE-2C891638D15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552429" y="2845801"/>
            <a:ext cx="1476801" cy="891579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2B2AE8A7-3D4F-9644-1A58-5DED54068218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8097681" y="4455705"/>
            <a:ext cx="3506944" cy="489534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9AA9EA4-8A91-563D-796A-023F4EC7B0D5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8097681" y="4956796"/>
            <a:ext cx="3506944" cy="13284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FDECF418-0325-22D8-85F8-0C1111EDE009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4455705"/>
            <a:ext cx="0" cy="1829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">
            <a:extLst>
              <a:ext uri="{FF2B5EF4-FFF2-40B4-BE49-F238E27FC236}">
                <a16:creationId xmlns:a16="http://schemas.microsoft.com/office/drawing/2014/main" id="{D9FA0CE7-F341-A13D-8046-54C5D70A1AEE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4455705"/>
            <a:ext cx="0" cy="18294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4763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adial Bars C43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1A70C86-A95D-41C9-E3F7-4C90E9FC5432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2F10DCD-AE8F-29FA-2E4D-F56AD1B75DD3}"/>
              </a:ext>
            </a:extLst>
          </p:cNvPr>
          <p:cNvSpPr/>
          <p:nvPr userDrawn="1"/>
        </p:nvSpPr>
        <p:spPr>
          <a:xfrm>
            <a:off x="826346" y="2429054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4E988A8C-7BDF-9D2F-18F2-32E318AEE7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6346" y="2429054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5" name="Percent Placeholder">
            <a:extLst>
              <a:ext uri="{FF2B5EF4-FFF2-40B4-BE49-F238E27FC236}">
                <a16:creationId xmlns:a16="http://schemas.microsoft.com/office/drawing/2014/main" id="{D4FB04DF-CB16-C10F-9576-25A579CBE9F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74638" y="2807046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22B0B5-505C-A386-A4E5-4830E8F93DFC}"/>
              </a:ext>
            </a:extLst>
          </p:cNvPr>
          <p:cNvSpPr/>
          <p:nvPr userDrawn="1"/>
        </p:nvSpPr>
        <p:spPr>
          <a:xfrm>
            <a:off x="3630675" y="2429054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91E44D06-23CE-FC30-02D6-B63070691C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630675" y="2429054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3" name="Percent Placeholder">
            <a:extLst>
              <a:ext uri="{FF2B5EF4-FFF2-40B4-BE49-F238E27FC236}">
                <a16:creationId xmlns:a16="http://schemas.microsoft.com/office/drawing/2014/main" id="{DA362CCC-E569-50D2-8B2B-9B7D72D5394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78967" y="2807046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5EC6FEAE-ECE3-69E4-4A60-F7A3476A383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1650" y="4190148"/>
            <a:ext cx="2588113" cy="489534"/>
          </a:xfrm>
        </p:spPr>
        <p:txBody>
          <a:bodyPr wrap="square" lIns="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8A3C07-1001-0BC9-CBAB-333A5050BE61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50" y="4692614"/>
            <a:ext cx="2588113" cy="1576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94CE2B53-4E70-BD9B-EF16-8955448FEA6C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3395979" y="4190148"/>
            <a:ext cx="2592387" cy="489534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0B5BA5C-6D81-EDFB-0156-67973B17CCC2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3395979" y="4691239"/>
            <a:ext cx="2592387" cy="1578175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13E020-6CF0-12D0-E6E2-05842B904C7C}"/>
              </a:ext>
            </a:extLst>
          </p:cNvPr>
          <p:cNvSpPr/>
          <p:nvPr userDrawn="1"/>
        </p:nvSpPr>
        <p:spPr>
          <a:xfrm>
            <a:off x="6439278" y="2429054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D9E0456-FE02-0B0D-6EE7-4808FC2B33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39278" y="2429054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14" name="Percent Placeholder">
            <a:extLst>
              <a:ext uri="{FF2B5EF4-FFF2-40B4-BE49-F238E27FC236}">
                <a16:creationId xmlns:a16="http://schemas.microsoft.com/office/drawing/2014/main" id="{F98A8A39-DAED-C1F2-BCFE-2C891638D15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587570" y="2807046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2B2AE8A7-3D4F-9644-1A58-5DED54068218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6204582" y="4190148"/>
            <a:ext cx="2591913" cy="489534"/>
          </a:xfrm>
        </p:spPr>
        <p:txBody>
          <a:bodyPr wrap="square" lIns="108000" tIns="108000" rIns="10800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9AA9EA4-8A91-563D-796A-023F4EC7B0D5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6204582" y="4692614"/>
            <a:ext cx="2591913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FDECF418-0325-22D8-85F8-0C1111EDE009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474" y="4187170"/>
            <a:ext cx="0" cy="2088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">
            <a:extLst>
              <a:ext uri="{FF2B5EF4-FFF2-40B4-BE49-F238E27FC236}">
                <a16:creationId xmlns:a16="http://schemas.microsoft.com/office/drawing/2014/main" id="{D9FA0CE7-F341-A13D-8046-54C5D70A1AEE}"/>
              </a:ext>
            </a:extLst>
          </p:cNvPr>
          <p:cNvCxnSpPr>
            <a:cxnSpLocks/>
          </p:cNvCxnSpPr>
          <p:nvPr userDrawn="1"/>
        </p:nvCxnSpPr>
        <p:spPr>
          <a:xfrm flipV="1">
            <a:off x="3287871" y="4188050"/>
            <a:ext cx="0" cy="208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A09F6F27-9F30-799E-367C-16817FD937C0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9012712" y="4190148"/>
            <a:ext cx="2591913" cy="489534"/>
          </a:xfrm>
        </p:spPr>
        <p:txBody>
          <a:bodyPr wrap="square" lIns="108000" tIns="108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FADA109-6263-C03F-1866-3F1F760BF347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9012712" y="4692614"/>
            <a:ext cx="25919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6" name="Straight Connector">
            <a:extLst>
              <a:ext uri="{FF2B5EF4-FFF2-40B4-BE49-F238E27FC236}">
                <a16:creationId xmlns:a16="http://schemas.microsoft.com/office/drawing/2014/main" id="{375800F5-BEE8-1439-6390-996DAF17C8B6}"/>
              </a:ext>
            </a:extLst>
          </p:cNvPr>
          <p:cNvCxnSpPr>
            <a:cxnSpLocks/>
          </p:cNvCxnSpPr>
          <p:nvPr userDrawn="1"/>
        </p:nvCxnSpPr>
        <p:spPr>
          <a:xfrm flipV="1">
            <a:off x="8904603" y="4188050"/>
            <a:ext cx="0" cy="208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11F02CDE-C4FA-0860-88A2-D501429A83D6}"/>
              </a:ext>
            </a:extLst>
          </p:cNvPr>
          <p:cNvSpPr/>
          <p:nvPr userDrawn="1"/>
        </p:nvSpPr>
        <p:spPr>
          <a:xfrm>
            <a:off x="9247408" y="2375802"/>
            <a:ext cx="1455876" cy="1455876"/>
          </a:xfrm>
          <a:prstGeom prst="ellipse">
            <a:avLst/>
          </a:prstGeom>
          <a:noFill/>
          <a:ln w="190500">
            <a:solidFill>
              <a:schemeClr val="accent6">
                <a:alpha val="9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10C33DB2-873C-8451-424A-4F8DE02D9A8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247408" y="2375802"/>
            <a:ext cx="1455876" cy="1455876"/>
          </a:xfrm>
          <a:prstGeom prst="arc">
            <a:avLst>
              <a:gd name="adj1" fmla="val 16200000"/>
              <a:gd name="adj2" fmla="val 13391445"/>
            </a:avLst>
          </a:prstGeom>
          <a:noFill/>
          <a:ln w="1905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1000" dirty="0">
                <a:solidFill>
                  <a:sysClr val="windowText" lastClr="000000"/>
                </a:solidFill>
              </a:defRPr>
            </a:lvl1pPr>
          </a:lstStyle>
          <a:p>
            <a:pPr lvl="0" algn="ctr" defTabSz="914400"/>
            <a:r>
              <a:rPr lang="en-US" dirty="0"/>
              <a:t> </a:t>
            </a:r>
            <a:endParaRPr lang="en-GB" dirty="0"/>
          </a:p>
        </p:txBody>
      </p:sp>
      <p:sp>
        <p:nvSpPr>
          <p:cNvPr id="32" name="Percent Placeholder">
            <a:extLst>
              <a:ext uri="{FF2B5EF4-FFF2-40B4-BE49-F238E27FC236}">
                <a16:creationId xmlns:a16="http://schemas.microsoft.com/office/drawing/2014/main" id="{F2660B19-E5CF-03D7-C3FC-F91885EF078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95700" y="2753794"/>
            <a:ext cx="1159293" cy="699892"/>
          </a:xfrm>
        </p:spPr>
        <p:txBody>
          <a:bodyPr lIns="0" tIns="108000" rIns="0" bIns="144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4249460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6699470-FC89-CB4A-F6A1-3DD78B94B6F7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2236169"/>
            <a:ext cx="4116388" cy="462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2236169"/>
            <a:ext cx="3524096" cy="1214142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1650" y="3460243"/>
            <a:ext cx="3524096" cy="282467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332288" y="2157571"/>
            <a:ext cx="7272337" cy="4127342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09689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6699470-FC89-CB4A-F6A1-3DD78B94B6F7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8075612" y="2236169"/>
            <a:ext cx="4116388" cy="46218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080529" y="2236169"/>
            <a:ext cx="3524096" cy="1214142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080529" y="3460243"/>
            <a:ext cx="3524096" cy="2824670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91651" y="2157571"/>
            <a:ext cx="7272337" cy="4127342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6539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E36220A-2B47-8207-80E3-ED9AEF28C6D1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0" y="2236169"/>
            <a:ext cx="4116388" cy="46218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2236169"/>
            <a:ext cx="3524096" cy="1214142"/>
          </a:xfrm>
        </p:spPr>
        <p:txBody>
          <a:bodyPr wrap="square" lIns="0" tIns="216000" rIns="21600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1650" y="3460243"/>
            <a:ext cx="3524096" cy="2824670"/>
          </a:xfrm>
        </p:spPr>
        <p:txBody>
          <a:bodyPr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4332288" y="2157571"/>
            <a:ext cx="7272337" cy="4127342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8553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E36220A-2B47-8207-80E3-ED9AEF28C6D1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8075612" y="2236169"/>
            <a:ext cx="4116388" cy="46218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080529" y="2236169"/>
            <a:ext cx="3524096" cy="1214142"/>
          </a:xfrm>
        </p:spPr>
        <p:txBody>
          <a:bodyPr wrap="square" lIns="216000" tIns="216000" rIns="0" bIns="72000" anchor="b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313707"/>
            <a:ext cx="11012974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080529" y="3460243"/>
            <a:ext cx="3524096" cy="2824670"/>
          </a:xfrm>
        </p:spPr>
        <p:txBody>
          <a:bodyPr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66D05320-99B2-9216-B2B5-BF36B0DDA1A5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591651" y="2157571"/>
            <a:ext cx="7272337" cy="4127342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45313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BB3D486-5A7A-B6E6-4CB8-E79CAD13705A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6D0B66B6-05C1-C118-A185-F71B19D9D728}"/>
              </a:ext>
            </a:extLst>
          </p:cNvPr>
          <p:cNvSpPr/>
          <p:nvPr userDrawn="1"/>
        </p:nvSpPr>
        <p:spPr>
          <a:xfrm>
            <a:off x="8097681" y="2805865"/>
            <a:ext cx="2804013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51A8FEF-D06C-0A75-D126-5710089E484C}"/>
              </a:ext>
            </a:extLst>
          </p:cNvPr>
          <p:cNvSpPr/>
          <p:nvPr userDrawn="1"/>
        </p:nvSpPr>
        <p:spPr>
          <a:xfrm>
            <a:off x="4352769" y="2805865"/>
            <a:ext cx="2804013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1649" y="3901893"/>
            <a:ext cx="3524738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49" y="4708872"/>
            <a:ext cx="3524738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4352769" y="3901893"/>
            <a:ext cx="350694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4352769" y="4708872"/>
            <a:ext cx="350694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8097681" y="3901893"/>
            <a:ext cx="3506944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8097681" y="4708872"/>
            <a:ext cx="3506944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3243265"/>
            <a:ext cx="10896057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rrow: Pentagon 24">
            <a:extLst>
              <a:ext uri="{FF2B5EF4-FFF2-40B4-BE49-F238E27FC236}">
                <a16:creationId xmlns:a16="http://schemas.microsoft.com/office/drawing/2014/main" id="{083ABD58-9311-5E0A-E133-45FB6D7FE59D}"/>
              </a:ext>
            </a:extLst>
          </p:cNvPr>
          <p:cNvSpPr/>
          <p:nvPr userDrawn="1"/>
        </p:nvSpPr>
        <p:spPr>
          <a:xfrm>
            <a:off x="591649" y="2805865"/>
            <a:ext cx="2804013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Milestone Placeholder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591649" y="2805471"/>
            <a:ext cx="28044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4352769" y="2805865"/>
            <a:ext cx="2804400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8097681" y="2805865"/>
            <a:ext cx="2804400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8624361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E1882EC-4C61-D53A-2DF1-C2C530AC6C13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1649" y="3901893"/>
            <a:ext cx="2588114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49" y="4708872"/>
            <a:ext cx="2588114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3395663" y="3901893"/>
            <a:ext cx="258811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3395663" y="4708872"/>
            <a:ext cx="258811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6208225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6208225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3243659"/>
            <a:ext cx="11236505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9012237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9012237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BE4E8829-0031-5716-BC81-D3952FE30DB4}"/>
              </a:ext>
            </a:extLst>
          </p:cNvPr>
          <p:cNvSpPr/>
          <p:nvPr userDrawn="1"/>
        </p:nvSpPr>
        <p:spPr>
          <a:xfrm>
            <a:off x="591649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Milestone Placeholder">
            <a:extLst>
              <a:ext uri="{FF2B5EF4-FFF2-40B4-BE49-F238E27FC236}">
                <a16:creationId xmlns:a16="http://schemas.microsoft.com/office/drawing/2014/main" id="{08B428FB-6482-9C5A-35C7-01BD09EB6F49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591649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F88D9286-05CE-FD15-5C51-08AF5AB76E54}"/>
              </a:ext>
            </a:extLst>
          </p:cNvPr>
          <p:cNvSpPr/>
          <p:nvPr userDrawn="1"/>
        </p:nvSpPr>
        <p:spPr>
          <a:xfrm>
            <a:off x="3395663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Milestone Placeholder">
            <a:extLst>
              <a:ext uri="{FF2B5EF4-FFF2-40B4-BE49-F238E27FC236}">
                <a16:creationId xmlns:a16="http://schemas.microsoft.com/office/drawing/2014/main" id="{8E6D622D-C0BB-A2E5-3D5D-5C16D78C05D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395663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99C54EA3-73B0-F1F9-EE54-4A4A6C12D778}"/>
              </a:ext>
            </a:extLst>
          </p:cNvPr>
          <p:cNvSpPr/>
          <p:nvPr userDrawn="1"/>
        </p:nvSpPr>
        <p:spPr>
          <a:xfrm>
            <a:off x="6208225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Milestone Placeholder">
            <a:extLst>
              <a:ext uri="{FF2B5EF4-FFF2-40B4-BE49-F238E27FC236}">
                <a16:creationId xmlns:a16="http://schemas.microsoft.com/office/drawing/2014/main" id="{A6088B3A-B7C4-E400-13A1-30A990CA0320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6208225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D218F089-FAE1-871B-8094-397B6497E91D}"/>
              </a:ext>
            </a:extLst>
          </p:cNvPr>
          <p:cNvSpPr/>
          <p:nvPr userDrawn="1"/>
        </p:nvSpPr>
        <p:spPr>
          <a:xfrm>
            <a:off x="9012237" y="2806259"/>
            <a:ext cx="2583482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Milestone Placeholder">
            <a:extLst>
              <a:ext uri="{FF2B5EF4-FFF2-40B4-BE49-F238E27FC236}">
                <a16:creationId xmlns:a16="http://schemas.microsoft.com/office/drawing/2014/main" id="{38BCB0D6-F854-4F6C-15ED-092810FEB250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9012237" y="2805865"/>
            <a:ext cx="2583839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9584790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48CA2F4-DDDA-B0A1-31F2-47C4968E0547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91649" y="3336045"/>
            <a:ext cx="2016000" cy="1105200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591649" y="4456871"/>
            <a:ext cx="2016000" cy="1828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2840078" y="3336045"/>
            <a:ext cx="2016000" cy="1105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2840078" y="4456872"/>
            <a:ext cx="2016000" cy="182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5106123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5106123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2672625"/>
            <a:ext cx="11236505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7335924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7335924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B3770C39-5AAB-6801-1466-9BA8B4150BD4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9588625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0701F28-E7C8-7459-9DEF-0563975DDE97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9588625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7B60F9F9-E27B-3EA1-23AC-A5C0F17EEAA8}"/>
              </a:ext>
            </a:extLst>
          </p:cNvPr>
          <p:cNvSpPr/>
          <p:nvPr userDrawn="1"/>
        </p:nvSpPr>
        <p:spPr>
          <a:xfrm>
            <a:off x="591649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Milestone Placeholder">
            <a:extLst>
              <a:ext uri="{FF2B5EF4-FFF2-40B4-BE49-F238E27FC236}">
                <a16:creationId xmlns:a16="http://schemas.microsoft.com/office/drawing/2014/main" id="{051014AC-7F22-7641-1883-0D82EE224F63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591650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90976540-AE30-88FC-8414-CA50A550F0B5}"/>
              </a:ext>
            </a:extLst>
          </p:cNvPr>
          <p:cNvSpPr/>
          <p:nvPr userDrawn="1"/>
        </p:nvSpPr>
        <p:spPr>
          <a:xfrm>
            <a:off x="2840078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Milestone Placeholder">
            <a:extLst>
              <a:ext uri="{FF2B5EF4-FFF2-40B4-BE49-F238E27FC236}">
                <a16:creationId xmlns:a16="http://schemas.microsoft.com/office/drawing/2014/main" id="{D12F69EA-6B22-526D-6903-7519716EED45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2840078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C40EED84-8D5B-0E76-35BA-E655C130DC93}"/>
              </a:ext>
            </a:extLst>
          </p:cNvPr>
          <p:cNvSpPr/>
          <p:nvPr userDrawn="1"/>
        </p:nvSpPr>
        <p:spPr>
          <a:xfrm>
            <a:off x="5106123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Milestone Placeholder">
            <a:extLst>
              <a:ext uri="{FF2B5EF4-FFF2-40B4-BE49-F238E27FC236}">
                <a16:creationId xmlns:a16="http://schemas.microsoft.com/office/drawing/2014/main" id="{AC363315-4735-25D0-B483-7E4E8820CCA6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5106123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Arrow: Pentagon 32">
            <a:extLst>
              <a:ext uri="{FF2B5EF4-FFF2-40B4-BE49-F238E27FC236}">
                <a16:creationId xmlns:a16="http://schemas.microsoft.com/office/drawing/2014/main" id="{B3AD1FA5-85F1-7CB4-66A2-94AF7F3A0412}"/>
              </a:ext>
            </a:extLst>
          </p:cNvPr>
          <p:cNvSpPr/>
          <p:nvPr userDrawn="1"/>
        </p:nvSpPr>
        <p:spPr>
          <a:xfrm>
            <a:off x="7335924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Milestone Placeholder">
            <a:extLst>
              <a:ext uri="{FF2B5EF4-FFF2-40B4-BE49-F238E27FC236}">
                <a16:creationId xmlns:a16="http://schemas.microsoft.com/office/drawing/2014/main" id="{E7D75203-5C9F-C24D-F3D6-599AB108A86A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7335924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Arrow: Pentagon 34">
            <a:extLst>
              <a:ext uri="{FF2B5EF4-FFF2-40B4-BE49-F238E27FC236}">
                <a16:creationId xmlns:a16="http://schemas.microsoft.com/office/drawing/2014/main" id="{8FE1E665-37B3-56D4-E2D8-AEB6C3790D5D}"/>
              </a:ext>
            </a:extLst>
          </p:cNvPr>
          <p:cNvSpPr/>
          <p:nvPr userDrawn="1"/>
        </p:nvSpPr>
        <p:spPr>
          <a:xfrm>
            <a:off x="9588625" y="2235225"/>
            <a:ext cx="2016000" cy="874800"/>
          </a:xfrm>
          <a:prstGeom prst="homePlate">
            <a:avLst>
              <a:gd name="adj" fmla="val 25878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Milestone Placeholder">
            <a:extLst>
              <a:ext uri="{FF2B5EF4-FFF2-40B4-BE49-F238E27FC236}">
                <a16:creationId xmlns:a16="http://schemas.microsoft.com/office/drawing/2014/main" id="{395DA238-AC4E-8BD1-F718-EF32E5336A14}"/>
              </a:ext>
            </a:extLst>
          </p:cNvPr>
          <p:cNvSpPr>
            <a:spLocks noGrp="1"/>
          </p:cNvSpPr>
          <p:nvPr>
            <p:ph type="body" idx="55" hasCustomPrompt="1"/>
          </p:nvPr>
        </p:nvSpPr>
        <p:spPr>
          <a:xfrm>
            <a:off x="9588625" y="2234831"/>
            <a:ext cx="2016000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9111185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D74310-20BA-EC1E-5B61-14E9FFB3FB15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24" name="Straight Connector">
            <a:extLst>
              <a:ext uri="{FF2B5EF4-FFF2-40B4-BE49-F238E27FC236}">
                <a16:creationId xmlns:a16="http://schemas.microsoft.com/office/drawing/2014/main" id="{F2F78907-9AB5-D108-C994-7C801A9AACCC}"/>
              </a:ext>
            </a:extLst>
          </p:cNvPr>
          <p:cNvCxnSpPr>
            <a:cxnSpLocks/>
          </p:cNvCxnSpPr>
          <p:nvPr userDrawn="1"/>
        </p:nvCxnSpPr>
        <p:spPr>
          <a:xfrm>
            <a:off x="708568" y="2809632"/>
            <a:ext cx="11236505" cy="0"/>
          </a:xfrm>
          <a:prstGeom prst="line">
            <a:avLst/>
          </a:prstGeom>
          <a:ln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Arrow: Pentagon 53">
            <a:extLst>
              <a:ext uri="{FF2B5EF4-FFF2-40B4-BE49-F238E27FC236}">
                <a16:creationId xmlns:a16="http://schemas.microsoft.com/office/drawing/2014/main" id="{8C291B19-9C59-7A5E-6181-3B531E0F57C3}"/>
              </a:ext>
            </a:extLst>
          </p:cNvPr>
          <p:cNvSpPr/>
          <p:nvPr userDrawn="1"/>
        </p:nvSpPr>
        <p:spPr>
          <a:xfrm>
            <a:off x="58737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Arrow: Pentagon 1">
            <a:extLst>
              <a:ext uri="{FF2B5EF4-FFF2-40B4-BE49-F238E27FC236}">
                <a16:creationId xmlns:a16="http://schemas.microsoft.com/office/drawing/2014/main" id="{C92B260A-E024-5FCF-2E6A-F3FF10A19CD1}"/>
              </a:ext>
            </a:extLst>
          </p:cNvPr>
          <p:cNvSpPr/>
          <p:nvPr userDrawn="1"/>
        </p:nvSpPr>
        <p:spPr>
          <a:xfrm>
            <a:off x="245890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D21F401-CD7E-C03D-5A75-DF617757E7B8}"/>
              </a:ext>
            </a:extLst>
          </p:cNvPr>
          <p:cNvSpPr/>
          <p:nvPr userDrawn="1"/>
        </p:nvSpPr>
        <p:spPr>
          <a:xfrm>
            <a:off x="433043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258EF337-E698-C1FA-B8B5-5F71005D3F26}"/>
              </a:ext>
            </a:extLst>
          </p:cNvPr>
          <p:cNvSpPr/>
          <p:nvPr userDrawn="1"/>
        </p:nvSpPr>
        <p:spPr>
          <a:xfrm>
            <a:off x="620196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D1A30095-CCC5-3BB3-BF43-263DE41025E0}"/>
              </a:ext>
            </a:extLst>
          </p:cNvPr>
          <p:cNvSpPr/>
          <p:nvPr userDrawn="1"/>
        </p:nvSpPr>
        <p:spPr>
          <a:xfrm>
            <a:off x="807349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2491B3F1-9639-DDDF-3D2F-04BBCA705939}"/>
              </a:ext>
            </a:extLst>
          </p:cNvPr>
          <p:cNvSpPr/>
          <p:nvPr userDrawn="1"/>
        </p:nvSpPr>
        <p:spPr>
          <a:xfrm>
            <a:off x="9945024" y="2372626"/>
            <a:ext cx="1659600" cy="874800"/>
          </a:xfrm>
          <a:prstGeom prst="homePlate">
            <a:avLst>
              <a:gd name="adj" fmla="val 1692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4" name="Milestone Placeholder">
            <a:extLst>
              <a:ext uri="{FF2B5EF4-FFF2-40B4-BE49-F238E27FC236}">
                <a16:creationId xmlns:a16="http://schemas.microsoft.com/office/drawing/2014/main" id="{B9AFFAFA-69AF-55F2-8E32-B03C8F3C3129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245890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3" name="Milestone Placeholder">
            <a:extLst>
              <a:ext uri="{FF2B5EF4-FFF2-40B4-BE49-F238E27FC236}">
                <a16:creationId xmlns:a16="http://schemas.microsoft.com/office/drawing/2014/main" id="{5247F7ED-968C-3DB8-DDE1-A95E6259418A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8737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Milestone Placeholder">
            <a:extLst>
              <a:ext uri="{FF2B5EF4-FFF2-40B4-BE49-F238E27FC236}">
                <a16:creationId xmlns:a16="http://schemas.microsoft.com/office/drawing/2014/main" id="{7AA1281F-F625-B89B-41FB-756D58ADAB82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33043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Milestone Placeholder">
            <a:extLst>
              <a:ext uri="{FF2B5EF4-FFF2-40B4-BE49-F238E27FC236}">
                <a16:creationId xmlns:a16="http://schemas.microsoft.com/office/drawing/2014/main" id="{41BAA233-2BA8-F90B-6629-D482A2C7C285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620196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Milestone Placeholder">
            <a:extLst>
              <a:ext uri="{FF2B5EF4-FFF2-40B4-BE49-F238E27FC236}">
                <a16:creationId xmlns:a16="http://schemas.microsoft.com/office/drawing/2014/main" id="{838B671B-3D24-9969-1528-74D3B54B56EC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7349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Milestone Placeholder">
            <a:extLst>
              <a:ext uri="{FF2B5EF4-FFF2-40B4-BE49-F238E27FC236}">
                <a16:creationId xmlns:a16="http://schemas.microsoft.com/office/drawing/2014/main" id="{6E763B6F-4FD4-4C65-2A54-0D382031FCD1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9945024" y="2371838"/>
            <a:ext cx="1659600" cy="875588"/>
          </a:xfrm>
        </p:spPr>
        <p:txBody>
          <a:bodyPr lIns="108000" tIns="144000" rIns="108000" bIns="144000" anchor="ctr" anchorCtr="0">
            <a:noAutofit/>
          </a:bodyPr>
          <a:lstStyle>
            <a:lvl1pPr marL="0" indent="0" algn="ctr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Text Placeholder">
            <a:extLst>
              <a:ext uri="{FF2B5EF4-FFF2-40B4-BE49-F238E27FC236}">
                <a16:creationId xmlns:a16="http://schemas.microsoft.com/office/drawing/2014/main" id="{8CE9BD46-77D6-4B24-9A8C-B50842FDEB91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587374" y="4568627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Subtitle Placeholder">
            <a:extLst>
              <a:ext uri="{FF2B5EF4-FFF2-40B4-BE49-F238E27FC236}">
                <a16:creationId xmlns:a16="http://schemas.microsoft.com/office/drawing/2014/main" id="{71BA0F72-2603-FC1F-1D79-86C2B87BA510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8737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3" name="Text Placeholder">
            <a:extLst>
              <a:ext uri="{FF2B5EF4-FFF2-40B4-BE49-F238E27FC236}">
                <a16:creationId xmlns:a16="http://schemas.microsoft.com/office/drawing/2014/main" id="{2116920B-34AC-D315-7398-7D1BDD0035A9}"/>
              </a:ext>
            </a:extLst>
          </p:cNvPr>
          <p:cNvSpPr>
            <a:spLocks noGrp="1"/>
          </p:cNvSpPr>
          <p:nvPr>
            <p:ph type="body" idx="53"/>
          </p:nvPr>
        </p:nvSpPr>
        <p:spPr>
          <a:xfrm>
            <a:off x="245890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4" name="Subtitle Placeholder">
            <a:extLst>
              <a:ext uri="{FF2B5EF4-FFF2-40B4-BE49-F238E27FC236}">
                <a16:creationId xmlns:a16="http://schemas.microsoft.com/office/drawing/2014/main" id="{53B8E7B8-14B8-0C2D-EAFD-4632BC254FDB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245890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5" name="Text Placeholder">
            <a:extLst>
              <a:ext uri="{FF2B5EF4-FFF2-40B4-BE49-F238E27FC236}">
                <a16:creationId xmlns:a16="http://schemas.microsoft.com/office/drawing/2014/main" id="{BD55F3F7-C06A-6CE5-6FCA-39AAC2225AE5}"/>
              </a:ext>
            </a:extLst>
          </p:cNvPr>
          <p:cNvSpPr>
            <a:spLocks noGrp="1"/>
          </p:cNvSpPr>
          <p:nvPr>
            <p:ph type="body" idx="55"/>
          </p:nvPr>
        </p:nvSpPr>
        <p:spPr>
          <a:xfrm>
            <a:off x="433043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6" name="Subtitle Placeholder">
            <a:extLst>
              <a:ext uri="{FF2B5EF4-FFF2-40B4-BE49-F238E27FC236}">
                <a16:creationId xmlns:a16="http://schemas.microsoft.com/office/drawing/2014/main" id="{CDE43EC7-3622-4D09-369E-10910A45814D}"/>
              </a:ext>
            </a:extLst>
          </p:cNvPr>
          <p:cNvSpPr>
            <a:spLocks noGrp="1"/>
          </p:cNvSpPr>
          <p:nvPr>
            <p:ph type="body" idx="56" hasCustomPrompt="1"/>
          </p:nvPr>
        </p:nvSpPr>
        <p:spPr>
          <a:xfrm>
            <a:off x="433043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7" name="Text Placeholder">
            <a:extLst>
              <a:ext uri="{FF2B5EF4-FFF2-40B4-BE49-F238E27FC236}">
                <a16:creationId xmlns:a16="http://schemas.microsoft.com/office/drawing/2014/main" id="{EE4A2D3A-3DB2-6407-286C-0A11E29A1CB4}"/>
              </a:ext>
            </a:extLst>
          </p:cNvPr>
          <p:cNvSpPr>
            <a:spLocks noGrp="1"/>
          </p:cNvSpPr>
          <p:nvPr>
            <p:ph type="body" idx="57"/>
          </p:nvPr>
        </p:nvSpPr>
        <p:spPr>
          <a:xfrm>
            <a:off x="620196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8" name="Subtitle Placeholder">
            <a:extLst>
              <a:ext uri="{FF2B5EF4-FFF2-40B4-BE49-F238E27FC236}">
                <a16:creationId xmlns:a16="http://schemas.microsoft.com/office/drawing/2014/main" id="{8ADFC456-A305-D229-7570-2E1B8D70D6A8}"/>
              </a:ext>
            </a:extLst>
          </p:cNvPr>
          <p:cNvSpPr>
            <a:spLocks noGrp="1"/>
          </p:cNvSpPr>
          <p:nvPr>
            <p:ph type="body" idx="58" hasCustomPrompt="1"/>
          </p:nvPr>
        </p:nvSpPr>
        <p:spPr>
          <a:xfrm>
            <a:off x="620196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9" name="Text Placeholder">
            <a:extLst>
              <a:ext uri="{FF2B5EF4-FFF2-40B4-BE49-F238E27FC236}">
                <a16:creationId xmlns:a16="http://schemas.microsoft.com/office/drawing/2014/main" id="{BF353A31-9904-D537-87C2-A0D1CF6EB50C}"/>
              </a:ext>
            </a:extLst>
          </p:cNvPr>
          <p:cNvSpPr>
            <a:spLocks noGrp="1"/>
          </p:cNvSpPr>
          <p:nvPr>
            <p:ph type="body" idx="59"/>
          </p:nvPr>
        </p:nvSpPr>
        <p:spPr>
          <a:xfrm>
            <a:off x="807349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0" name="Subtitle Placeholder">
            <a:extLst>
              <a:ext uri="{FF2B5EF4-FFF2-40B4-BE49-F238E27FC236}">
                <a16:creationId xmlns:a16="http://schemas.microsoft.com/office/drawing/2014/main" id="{3BF75091-53BB-8B28-15F1-832D7F7F3D82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807349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51" name="Text Placeholder">
            <a:extLst>
              <a:ext uri="{FF2B5EF4-FFF2-40B4-BE49-F238E27FC236}">
                <a16:creationId xmlns:a16="http://schemas.microsoft.com/office/drawing/2014/main" id="{953516F6-D3E1-A125-1D93-DBE6161FAE29}"/>
              </a:ext>
            </a:extLst>
          </p:cNvPr>
          <p:cNvSpPr>
            <a:spLocks noGrp="1"/>
          </p:cNvSpPr>
          <p:nvPr>
            <p:ph type="body" idx="61"/>
          </p:nvPr>
        </p:nvSpPr>
        <p:spPr>
          <a:xfrm>
            <a:off x="994502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2" name="Subtitle Placeholder">
            <a:extLst>
              <a:ext uri="{FF2B5EF4-FFF2-40B4-BE49-F238E27FC236}">
                <a16:creationId xmlns:a16="http://schemas.microsoft.com/office/drawing/2014/main" id="{9D832553-54E7-66EC-1BA3-DFB6D6C80A96}"/>
              </a:ext>
            </a:extLst>
          </p:cNvPr>
          <p:cNvSpPr>
            <a:spLocks noGrp="1"/>
          </p:cNvSpPr>
          <p:nvPr>
            <p:ph type="body" idx="62" hasCustomPrompt="1"/>
          </p:nvPr>
        </p:nvSpPr>
        <p:spPr>
          <a:xfrm>
            <a:off x="994502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82037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407EAB9-C914-C8E0-07DE-CC586ED168E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E0A6E2-94E4-5023-9DAB-83851A28247B}"/>
              </a:ext>
            </a:extLst>
          </p:cNvPr>
          <p:cNvSpPr/>
          <p:nvPr userDrawn="1"/>
        </p:nvSpPr>
        <p:spPr>
          <a:xfrm>
            <a:off x="4352769" y="2804621"/>
            <a:ext cx="3506944" cy="8755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583832DE-E5C6-1A79-82D7-083CECBFF5F0}"/>
              </a:ext>
            </a:extLst>
          </p:cNvPr>
          <p:cNvSpPr/>
          <p:nvPr userDrawn="1"/>
        </p:nvSpPr>
        <p:spPr>
          <a:xfrm rot="5400000">
            <a:off x="7519018" y="314226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9B559FE-F868-5779-6C3E-033E43A07A3A}"/>
              </a:ext>
            </a:extLst>
          </p:cNvPr>
          <p:cNvSpPr/>
          <p:nvPr userDrawn="1"/>
        </p:nvSpPr>
        <p:spPr>
          <a:xfrm>
            <a:off x="8075614" y="2804621"/>
            <a:ext cx="3529012" cy="8755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E6967777-B2F3-2EB3-094A-1A78B0997D51}"/>
              </a:ext>
            </a:extLst>
          </p:cNvPr>
          <p:cNvSpPr/>
          <p:nvPr userDrawn="1"/>
        </p:nvSpPr>
        <p:spPr>
          <a:xfrm rot="5400000">
            <a:off x="11263930" y="314226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BC3F7B2-19DC-8724-9EE6-90D903BFCE11}"/>
              </a:ext>
            </a:extLst>
          </p:cNvPr>
          <p:cNvSpPr/>
          <p:nvPr userDrawn="1"/>
        </p:nvSpPr>
        <p:spPr>
          <a:xfrm>
            <a:off x="591649" y="2804621"/>
            <a:ext cx="3524739" cy="87558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89C5167E-4384-6A94-852F-2CDB4F018DB2}"/>
              </a:ext>
            </a:extLst>
          </p:cNvPr>
          <p:cNvSpPr/>
          <p:nvPr userDrawn="1"/>
        </p:nvSpPr>
        <p:spPr>
          <a:xfrm rot="5400000">
            <a:off x="3775693" y="314226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</p:nvPr>
        </p:nvSpPr>
        <p:spPr>
          <a:xfrm>
            <a:off x="591649" y="3901893"/>
            <a:ext cx="3524738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</p:nvPr>
        </p:nvSpPr>
        <p:spPr>
          <a:xfrm>
            <a:off x="591649" y="4708872"/>
            <a:ext cx="3524738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</p:nvPr>
        </p:nvSpPr>
        <p:spPr>
          <a:xfrm>
            <a:off x="4352769" y="3901893"/>
            <a:ext cx="350694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</p:nvPr>
        </p:nvSpPr>
        <p:spPr>
          <a:xfrm>
            <a:off x="4352769" y="4708872"/>
            <a:ext cx="350694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</p:nvPr>
        </p:nvSpPr>
        <p:spPr>
          <a:xfrm>
            <a:off x="8097681" y="3901893"/>
            <a:ext cx="3506944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</p:nvPr>
        </p:nvSpPr>
        <p:spPr>
          <a:xfrm>
            <a:off x="8097681" y="4708872"/>
            <a:ext cx="3506944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Milestone Placeholder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</p:nvPr>
        </p:nvSpPr>
        <p:spPr>
          <a:xfrm>
            <a:off x="4352768" y="2805015"/>
            <a:ext cx="3201939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</p:nvPr>
        </p:nvSpPr>
        <p:spPr>
          <a:xfrm>
            <a:off x="8097680" y="2805015"/>
            <a:ext cx="3201939" cy="874800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6" name="Milestone Placeholder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</p:nvPr>
        </p:nvSpPr>
        <p:spPr>
          <a:xfrm>
            <a:off x="591649" y="2804621"/>
            <a:ext cx="3219734" cy="875588"/>
          </a:xfrm>
        </p:spPr>
        <p:txBody>
          <a:bodyPr wrap="square" lIns="216000" tIns="144000" rIns="108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1" name="Straight Connector">
            <a:extLst>
              <a:ext uri="{FF2B5EF4-FFF2-40B4-BE49-F238E27FC236}">
                <a16:creationId xmlns:a16="http://schemas.microsoft.com/office/drawing/2014/main" id="{81418EF6-4E15-FCF0-D169-B347892E552B}"/>
              </a:ext>
            </a:extLst>
          </p:cNvPr>
          <p:cNvCxnSpPr>
            <a:cxnSpLocks/>
          </p:cNvCxnSpPr>
          <p:nvPr userDrawn="1"/>
        </p:nvCxnSpPr>
        <p:spPr>
          <a:xfrm flipV="1">
            <a:off x="7988110" y="3909672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">
            <a:extLst>
              <a:ext uri="{FF2B5EF4-FFF2-40B4-BE49-F238E27FC236}">
                <a16:creationId xmlns:a16="http://schemas.microsoft.com/office/drawing/2014/main" id="{7C887D68-6F40-78A4-FD3B-096FED1A54B1}"/>
              </a:ext>
            </a:extLst>
          </p:cNvPr>
          <p:cNvCxnSpPr>
            <a:cxnSpLocks/>
          </p:cNvCxnSpPr>
          <p:nvPr userDrawn="1"/>
        </p:nvCxnSpPr>
        <p:spPr>
          <a:xfrm flipV="1">
            <a:off x="4243670" y="3909672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3362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6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C3A608C-E42F-DB8F-AEBB-C0026E06E2CF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6661785-C7F6-A804-FCB7-6D3C45B80C54}"/>
              </a:ext>
            </a:extLst>
          </p:cNvPr>
          <p:cNvSpPr/>
          <p:nvPr userDrawn="1"/>
        </p:nvSpPr>
        <p:spPr>
          <a:xfrm>
            <a:off x="587375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C6AF7F01-1313-A1CC-5A13-6B2B5531CD6F}"/>
              </a:ext>
            </a:extLst>
          </p:cNvPr>
          <p:cNvSpPr/>
          <p:nvPr userDrawn="1"/>
        </p:nvSpPr>
        <p:spPr>
          <a:xfrm rot="5400000">
            <a:off x="2839068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9A333F5-5377-ADF5-0D76-6555CEA802A7}"/>
              </a:ext>
            </a:extLst>
          </p:cNvPr>
          <p:cNvSpPr/>
          <p:nvPr userDrawn="1"/>
        </p:nvSpPr>
        <p:spPr>
          <a:xfrm>
            <a:off x="3391389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0314BF19-7EFE-2A99-A1D2-E22605DBCA55}"/>
              </a:ext>
            </a:extLst>
          </p:cNvPr>
          <p:cNvSpPr/>
          <p:nvPr userDrawn="1"/>
        </p:nvSpPr>
        <p:spPr>
          <a:xfrm rot="5400000">
            <a:off x="5643082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E87863C-9E47-F875-ED22-2AEB67B304E2}"/>
              </a:ext>
            </a:extLst>
          </p:cNvPr>
          <p:cNvSpPr/>
          <p:nvPr userDrawn="1"/>
        </p:nvSpPr>
        <p:spPr>
          <a:xfrm>
            <a:off x="6203950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A04420FD-83B4-CE8E-19B9-F7C6C38DDD3F}"/>
              </a:ext>
            </a:extLst>
          </p:cNvPr>
          <p:cNvSpPr/>
          <p:nvPr userDrawn="1"/>
        </p:nvSpPr>
        <p:spPr>
          <a:xfrm rot="5400000">
            <a:off x="8455643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987DC4D-C07C-9B1C-CB0C-6F54AC19F575}"/>
              </a:ext>
            </a:extLst>
          </p:cNvPr>
          <p:cNvSpPr/>
          <p:nvPr userDrawn="1"/>
        </p:nvSpPr>
        <p:spPr>
          <a:xfrm>
            <a:off x="9007962" y="2801425"/>
            <a:ext cx="2592388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A59E5FB1-4CE6-A88D-3296-FBFEA5823B62}"/>
              </a:ext>
            </a:extLst>
          </p:cNvPr>
          <p:cNvSpPr/>
          <p:nvPr userDrawn="1"/>
        </p:nvSpPr>
        <p:spPr>
          <a:xfrm rot="5400000">
            <a:off x="11259655" y="313867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</p:nvPr>
        </p:nvSpPr>
        <p:spPr>
          <a:xfrm>
            <a:off x="591649" y="3901893"/>
            <a:ext cx="2588114" cy="797311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</p:nvPr>
        </p:nvSpPr>
        <p:spPr>
          <a:xfrm>
            <a:off x="591649" y="4708872"/>
            <a:ext cx="2588114" cy="1578175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</p:nvPr>
        </p:nvSpPr>
        <p:spPr>
          <a:xfrm>
            <a:off x="3395663" y="3901893"/>
            <a:ext cx="2588114" cy="799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</p:nvPr>
        </p:nvSpPr>
        <p:spPr>
          <a:xfrm>
            <a:off x="3395663" y="4708872"/>
            <a:ext cx="2588114" cy="1576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</p:nvPr>
        </p:nvSpPr>
        <p:spPr>
          <a:xfrm>
            <a:off x="6208225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</p:nvPr>
        </p:nvSpPr>
        <p:spPr>
          <a:xfrm>
            <a:off x="6208225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</p:nvPr>
        </p:nvSpPr>
        <p:spPr>
          <a:xfrm>
            <a:off x="591649" y="2801031"/>
            <a:ext cx="2279345" cy="875588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Milestone Placeholder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</p:nvPr>
        </p:nvSpPr>
        <p:spPr>
          <a:xfrm>
            <a:off x="3395663" y="2801425"/>
            <a:ext cx="2279345" cy="8748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Milestone Placeholder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</p:nvPr>
        </p:nvSpPr>
        <p:spPr>
          <a:xfrm>
            <a:off x="6208226" y="2801425"/>
            <a:ext cx="2283108" cy="8748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 userDrawn="1">
            <p:ph type="body" idx="45" hasCustomPrompt="1"/>
          </p:nvPr>
        </p:nvSpPr>
        <p:spPr>
          <a:xfrm>
            <a:off x="9012237" y="3901893"/>
            <a:ext cx="2588113" cy="799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 userDrawn="1">
            <p:ph type="body" idx="46"/>
          </p:nvPr>
        </p:nvSpPr>
        <p:spPr>
          <a:xfrm>
            <a:off x="9012237" y="4708872"/>
            <a:ext cx="2588113" cy="1576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Milestone Placeholder">
            <a:extLst>
              <a:ext uri="{FF2B5EF4-FFF2-40B4-BE49-F238E27FC236}">
                <a16:creationId xmlns:a16="http://schemas.microsoft.com/office/drawing/2014/main" id="{490A4BC5-F030-5A2B-C5D2-782D266391AF}"/>
              </a:ext>
            </a:extLst>
          </p:cNvPr>
          <p:cNvSpPr>
            <a:spLocks noGrp="1"/>
          </p:cNvSpPr>
          <p:nvPr userDrawn="1">
            <p:ph type="body" idx="47" hasCustomPrompt="1"/>
          </p:nvPr>
        </p:nvSpPr>
        <p:spPr>
          <a:xfrm>
            <a:off x="9012238" y="2801425"/>
            <a:ext cx="2283108" cy="874800"/>
          </a:xfrm>
        </p:spPr>
        <p:txBody>
          <a:bodyPr wrap="square" lIns="216000" tIns="144000" rIns="7200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5" name="Straight Connector">
            <a:extLst>
              <a:ext uri="{FF2B5EF4-FFF2-40B4-BE49-F238E27FC236}">
                <a16:creationId xmlns:a16="http://schemas.microsoft.com/office/drawing/2014/main" id="{792B7E05-EECF-F6C3-624B-7DDB8A0E824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474" y="3901893"/>
            <a:ext cx="0" cy="23741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">
            <a:extLst>
              <a:ext uri="{FF2B5EF4-FFF2-40B4-BE49-F238E27FC236}">
                <a16:creationId xmlns:a16="http://schemas.microsoft.com/office/drawing/2014/main" id="{04FB9B1B-5ADB-09E6-481D-34BAB46B84DC}"/>
              </a:ext>
            </a:extLst>
          </p:cNvPr>
          <p:cNvCxnSpPr>
            <a:cxnSpLocks/>
          </p:cNvCxnSpPr>
          <p:nvPr userDrawn="1"/>
        </p:nvCxnSpPr>
        <p:spPr>
          <a:xfrm flipV="1">
            <a:off x="3287871" y="3901893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">
            <a:extLst>
              <a:ext uri="{FF2B5EF4-FFF2-40B4-BE49-F238E27FC236}">
                <a16:creationId xmlns:a16="http://schemas.microsoft.com/office/drawing/2014/main" id="{0CA14D6E-139D-A3AE-BA6E-34613C2FD1AF}"/>
              </a:ext>
            </a:extLst>
          </p:cNvPr>
          <p:cNvCxnSpPr>
            <a:cxnSpLocks/>
          </p:cNvCxnSpPr>
          <p:nvPr userDrawn="1"/>
        </p:nvCxnSpPr>
        <p:spPr>
          <a:xfrm flipV="1">
            <a:off x="8904603" y="3901893"/>
            <a:ext cx="0" cy="237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28456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4584C3C-4256-7CE0-100E-B1FF8A92D63C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23AE6BB-A198-008A-0898-475ED5885CD6}"/>
              </a:ext>
            </a:extLst>
          </p:cNvPr>
          <p:cNvSpPr/>
          <p:nvPr userDrawn="1"/>
        </p:nvSpPr>
        <p:spPr>
          <a:xfrm>
            <a:off x="587375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45DF0834-0A95-40C0-F058-63DC0FB088C3}"/>
              </a:ext>
            </a:extLst>
          </p:cNvPr>
          <p:cNvSpPr/>
          <p:nvPr userDrawn="1"/>
        </p:nvSpPr>
        <p:spPr>
          <a:xfrm rot="5400000">
            <a:off x="2266954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45044DB-BE3F-3142-D551-D0485FE09AF7}"/>
              </a:ext>
            </a:extLst>
          </p:cNvPr>
          <p:cNvSpPr/>
          <p:nvPr userDrawn="1"/>
        </p:nvSpPr>
        <p:spPr>
          <a:xfrm>
            <a:off x="2840078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E5E8C068-73D2-F1F1-02A8-3EBACB5622C9}"/>
              </a:ext>
            </a:extLst>
          </p:cNvPr>
          <p:cNvSpPr/>
          <p:nvPr userDrawn="1"/>
        </p:nvSpPr>
        <p:spPr>
          <a:xfrm rot="5400000">
            <a:off x="4519657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9A7CBF7-6CB3-8752-663A-3CB44577A079}"/>
              </a:ext>
            </a:extLst>
          </p:cNvPr>
          <p:cNvSpPr/>
          <p:nvPr userDrawn="1"/>
        </p:nvSpPr>
        <p:spPr>
          <a:xfrm>
            <a:off x="5106123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A4055EDA-6ADB-67F5-4FD6-AFA2A1FD7F09}"/>
              </a:ext>
            </a:extLst>
          </p:cNvPr>
          <p:cNvSpPr/>
          <p:nvPr userDrawn="1"/>
        </p:nvSpPr>
        <p:spPr>
          <a:xfrm rot="5400000">
            <a:off x="6785702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A662155E-F7B1-4BA5-30A6-D024F0E37F42}"/>
              </a:ext>
            </a:extLst>
          </p:cNvPr>
          <p:cNvSpPr/>
          <p:nvPr userDrawn="1"/>
        </p:nvSpPr>
        <p:spPr>
          <a:xfrm>
            <a:off x="7335924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9F52DD8F-F8AA-E539-EFAC-F39791BA41BF}"/>
              </a:ext>
            </a:extLst>
          </p:cNvPr>
          <p:cNvSpPr/>
          <p:nvPr userDrawn="1"/>
        </p:nvSpPr>
        <p:spPr>
          <a:xfrm rot="5400000">
            <a:off x="9015503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437F1FF-2C17-EAC0-A07E-BA3E00A11C7D}"/>
              </a:ext>
            </a:extLst>
          </p:cNvPr>
          <p:cNvSpPr/>
          <p:nvPr userDrawn="1"/>
        </p:nvSpPr>
        <p:spPr>
          <a:xfrm>
            <a:off x="9588625" y="2245245"/>
            <a:ext cx="2020274" cy="8748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EF58DD2B-C27D-2FF9-5EDE-1678E2B63CB8}"/>
              </a:ext>
            </a:extLst>
          </p:cNvPr>
          <p:cNvSpPr/>
          <p:nvPr userDrawn="1"/>
        </p:nvSpPr>
        <p:spPr>
          <a:xfrm rot="5400000">
            <a:off x="11268204" y="2582499"/>
            <a:ext cx="271673" cy="200293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C578F54-0357-FC3C-57CF-6F8D05B6A53D}"/>
              </a:ext>
            </a:extLst>
          </p:cNvPr>
          <p:cNvSpPr>
            <a:spLocks noGrp="1"/>
          </p:cNvSpPr>
          <p:nvPr userDrawn="1">
            <p:ph type="body" idx="27" hasCustomPrompt="1"/>
          </p:nvPr>
        </p:nvSpPr>
        <p:spPr>
          <a:xfrm>
            <a:off x="591649" y="3336045"/>
            <a:ext cx="2016000" cy="1105200"/>
          </a:xfrm>
        </p:spPr>
        <p:txBody>
          <a:bodyPr wrap="square" lIns="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3EB2468-E245-2DED-D829-844CB93E6560}"/>
              </a:ext>
            </a:extLst>
          </p:cNvPr>
          <p:cNvSpPr>
            <a:spLocks noGrp="1"/>
          </p:cNvSpPr>
          <p:nvPr userDrawn="1">
            <p:ph type="body" idx="28"/>
          </p:nvPr>
        </p:nvSpPr>
        <p:spPr>
          <a:xfrm>
            <a:off x="591649" y="4456871"/>
            <a:ext cx="2016000" cy="1828800"/>
          </a:xfrm>
        </p:spPr>
        <p:txBody>
          <a:bodyPr lIns="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ubtitle Placeholder">
            <a:extLst>
              <a:ext uri="{FF2B5EF4-FFF2-40B4-BE49-F238E27FC236}">
                <a16:creationId xmlns:a16="http://schemas.microsoft.com/office/drawing/2014/main" id="{A4608AC4-9633-432E-A00D-BAF47E7F6D3D}"/>
              </a:ext>
            </a:extLst>
          </p:cNvPr>
          <p:cNvSpPr>
            <a:spLocks noGrp="1"/>
          </p:cNvSpPr>
          <p:nvPr userDrawn="1">
            <p:ph type="body" idx="36" hasCustomPrompt="1"/>
          </p:nvPr>
        </p:nvSpPr>
        <p:spPr>
          <a:xfrm>
            <a:off x="2840893" y="3336045"/>
            <a:ext cx="2016000" cy="1105200"/>
          </a:xfrm>
        </p:spPr>
        <p:txBody>
          <a:bodyPr wrap="square" lIns="108000" tIns="108000" rIns="10800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F005961-BBE4-2C44-2DC1-E253F5E5634F}"/>
              </a:ext>
            </a:extLst>
          </p:cNvPr>
          <p:cNvSpPr>
            <a:spLocks noGrp="1"/>
          </p:cNvSpPr>
          <p:nvPr userDrawn="1">
            <p:ph type="body" idx="37"/>
          </p:nvPr>
        </p:nvSpPr>
        <p:spPr>
          <a:xfrm>
            <a:off x="2840078" y="4456872"/>
            <a:ext cx="2016000" cy="1828800"/>
          </a:xfrm>
        </p:spPr>
        <p:txBody>
          <a:bodyPr lIns="108000" tIns="108000" rIns="108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Subtitle Placeholder">
            <a:extLst>
              <a:ext uri="{FF2B5EF4-FFF2-40B4-BE49-F238E27FC236}">
                <a16:creationId xmlns:a16="http://schemas.microsoft.com/office/drawing/2014/main" id="{7A5974F5-D036-CC61-1995-C9375973527E}"/>
              </a:ext>
            </a:extLst>
          </p:cNvPr>
          <p:cNvSpPr>
            <a:spLocks noGrp="1"/>
          </p:cNvSpPr>
          <p:nvPr userDrawn="1">
            <p:ph type="body" idx="40" hasCustomPrompt="1"/>
          </p:nvPr>
        </p:nvSpPr>
        <p:spPr>
          <a:xfrm>
            <a:off x="5090137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2869ED7-FBB0-93B7-7FCB-84D260F57455}"/>
              </a:ext>
            </a:extLst>
          </p:cNvPr>
          <p:cNvSpPr>
            <a:spLocks noGrp="1"/>
          </p:cNvSpPr>
          <p:nvPr userDrawn="1">
            <p:ph type="body" idx="41"/>
          </p:nvPr>
        </p:nvSpPr>
        <p:spPr>
          <a:xfrm>
            <a:off x="5106123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Milestone Placeholder">
            <a:extLst>
              <a:ext uri="{FF2B5EF4-FFF2-40B4-BE49-F238E27FC236}">
                <a16:creationId xmlns:a16="http://schemas.microsoft.com/office/drawing/2014/main" id="{4B86109D-16EA-BCC3-48F8-E061FFA431FB}"/>
              </a:ext>
            </a:extLst>
          </p:cNvPr>
          <p:cNvSpPr>
            <a:spLocks noGrp="1"/>
          </p:cNvSpPr>
          <p:nvPr userDrawn="1">
            <p:ph type="body" idx="42" hasCustomPrompt="1"/>
          </p:nvPr>
        </p:nvSpPr>
        <p:spPr>
          <a:xfrm>
            <a:off x="591649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3" name="Milestone Placeholder">
            <a:extLst>
              <a:ext uri="{FF2B5EF4-FFF2-40B4-BE49-F238E27FC236}">
                <a16:creationId xmlns:a16="http://schemas.microsoft.com/office/drawing/2014/main" id="{0A475C85-C51B-AE71-78B9-FE6B6862A7D6}"/>
              </a:ext>
            </a:extLst>
          </p:cNvPr>
          <p:cNvSpPr>
            <a:spLocks noGrp="1"/>
          </p:cNvSpPr>
          <p:nvPr userDrawn="1">
            <p:ph type="body" idx="43" hasCustomPrompt="1"/>
          </p:nvPr>
        </p:nvSpPr>
        <p:spPr>
          <a:xfrm>
            <a:off x="2840078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5" name="Milestone Placeholder">
            <a:extLst>
              <a:ext uri="{FF2B5EF4-FFF2-40B4-BE49-F238E27FC236}">
                <a16:creationId xmlns:a16="http://schemas.microsoft.com/office/drawing/2014/main" id="{9ED3C798-64D1-1AC4-5CD3-D4748C989071}"/>
              </a:ext>
            </a:extLst>
          </p:cNvPr>
          <p:cNvSpPr>
            <a:spLocks noGrp="1"/>
          </p:cNvSpPr>
          <p:nvPr userDrawn="1">
            <p:ph type="body" idx="44" hasCustomPrompt="1"/>
          </p:nvPr>
        </p:nvSpPr>
        <p:spPr>
          <a:xfrm>
            <a:off x="5106123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D93FE7CA-7C48-3B4E-5868-2DA68DC36D48}"/>
              </a:ext>
            </a:extLst>
          </p:cNvPr>
          <p:cNvSpPr>
            <a:spLocks noGrp="1"/>
          </p:cNvSpPr>
          <p:nvPr userDrawn="1">
            <p:ph type="body" idx="45" hasCustomPrompt="1"/>
          </p:nvPr>
        </p:nvSpPr>
        <p:spPr>
          <a:xfrm>
            <a:off x="7339381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88A2745C-C681-FBB1-EDF5-0B4009BBA5C3}"/>
              </a:ext>
            </a:extLst>
          </p:cNvPr>
          <p:cNvSpPr>
            <a:spLocks noGrp="1"/>
          </p:cNvSpPr>
          <p:nvPr userDrawn="1">
            <p:ph type="body" idx="46"/>
          </p:nvPr>
        </p:nvSpPr>
        <p:spPr>
          <a:xfrm>
            <a:off x="7335924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Milestone Placeholder">
            <a:extLst>
              <a:ext uri="{FF2B5EF4-FFF2-40B4-BE49-F238E27FC236}">
                <a16:creationId xmlns:a16="http://schemas.microsoft.com/office/drawing/2014/main" id="{490A4BC5-F030-5A2B-C5D2-782D266391AF}"/>
              </a:ext>
            </a:extLst>
          </p:cNvPr>
          <p:cNvSpPr>
            <a:spLocks noGrp="1"/>
          </p:cNvSpPr>
          <p:nvPr userDrawn="1">
            <p:ph type="body" idx="47" hasCustomPrompt="1"/>
          </p:nvPr>
        </p:nvSpPr>
        <p:spPr>
          <a:xfrm>
            <a:off x="7335924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B3770C39-5AAB-6801-1466-9BA8B4150BD4}"/>
              </a:ext>
            </a:extLst>
          </p:cNvPr>
          <p:cNvSpPr>
            <a:spLocks noGrp="1"/>
          </p:cNvSpPr>
          <p:nvPr userDrawn="1">
            <p:ph type="body" idx="48" hasCustomPrompt="1"/>
          </p:nvPr>
        </p:nvSpPr>
        <p:spPr>
          <a:xfrm>
            <a:off x="9588625" y="3336045"/>
            <a:ext cx="2016000" cy="1105200"/>
          </a:xfrm>
        </p:spPr>
        <p:txBody>
          <a:bodyPr wrap="square" lIns="108000" tIns="108000" rIns="0" bIns="72000" anchor="t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0701F28-E7C8-7459-9DEF-0563975DDE97}"/>
              </a:ext>
            </a:extLst>
          </p:cNvPr>
          <p:cNvSpPr>
            <a:spLocks noGrp="1"/>
          </p:cNvSpPr>
          <p:nvPr userDrawn="1">
            <p:ph type="body" idx="49"/>
          </p:nvPr>
        </p:nvSpPr>
        <p:spPr>
          <a:xfrm>
            <a:off x="9588625" y="4456872"/>
            <a:ext cx="2016000" cy="1828800"/>
          </a:xfrm>
        </p:spPr>
        <p:txBody>
          <a:bodyPr lIns="108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Milestone Placeholder">
            <a:extLst>
              <a:ext uri="{FF2B5EF4-FFF2-40B4-BE49-F238E27FC236}">
                <a16:creationId xmlns:a16="http://schemas.microsoft.com/office/drawing/2014/main" id="{274890B7-3C33-EDA7-2F0D-DC5C26D3F207}"/>
              </a:ext>
            </a:extLst>
          </p:cNvPr>
          <p:cNvSpPr>
            <a:spLocks noGrp="1"/>
          </p:cNvSpPr>
          <p:nvPr userDrawn="1">
            <p:ph type="body" idx="50" hasCustomPrompt="1"/>
          </p:nvPr>
        </p:nvSpPr>
        <p:spPr>
          <a:xfrm>
            <a:off x="9588625" y="2245245"/>
            <a:ext cx="1715269" cy="874800"/>
          </a:xfrm>
        </p:spPr>
        <p:txBody>
          <a:bodyPr wrap="square" lIns="216000" tIns="144000" rIns="0" bIns="144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19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</a:t>
            </a:r>
          </a:p>
        </p:txBody>
      </p:sp>
      <p:cxnSp>
        <p:nvCxnSpPr>
          <p:cNvPr id="43" name="Straight Connector">
            <a:extLst>
              <a:ext uri="{FF2B5EF4-FFF2-40B4-BE49-F238E27FC236}">
                <a16:creationId xmlns:a16="http://schemas.microsoft.com/office/drawing/2014/main" id="{2DB2948C-70FE-6D61-7E25-A6515892ABAB}"/>
              </a:ext>
            </a:extLst>
          </p:cNvPr>
          <p:cNvCxnSpPr>
            <a:cxnSpLocks/>
          </p:cNvCxnSpPr>
          <p:nvPr userDrawn="1"/>
        </p:nvCxnSpPr>
        <p:spPr>
          <a:xfrm flipV="1">
            <a:off x="2724271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">
            <a:extLst>
              <a:ext uri="{FF2B5EF4-FFF2-40B4-BE49-F238E27FC236}">
                <a16:creationId xmlns:a16="http://schemas.microsoft.com/office/drawing/2014/main" id="{BEE356B6-F428-CB0A-A4F8-1CCF3D7658AC}"/>
              </a:ext>
            </a:extLst>
          </p:cNvPr>
          <p:cNvCxnSpPr>
            <a:cxnSpLocks/>
          </p:cNvCxnSpPr>
          <p:nvPr userDrawn="1"/>
        </p:nvCxnSpPr>
        <p:spPr>
          <a:xfrm flipV="1">
            <a:off x="4973515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">
            <a:extLst>
              <a:ext uri="{FF2B5EF4-FFF2-40B4-BE49-F238E27FC236}">
                <a16:creationId xmlns:a16="http://schemas.microsoft.com/office/drawing/2014/main" id="{FC476EF4-09A4-BCD8-A7BD-2AA780BEC41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22759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">
            <a:extLst>
              <a:ext uri="{FF2B5EF4-FFF2-40B4-BE49-F238E27FC236}">
                <a16:creationId xmlns:a16="http://schemas.microsoft.com/office/drawing/2014/main" id="{F96BABBF-3889-B9C8-5A54-DBAE7E9D1320}"/>
              </a:ext>
            </a:extLst>
          </p:cNvPr>
          <p:cNvCxnSpPr>
            <a:cxnSpLocks/>
          </p:cNvCxnSpPr>
          <p:nvPr userDrawn="1"/>
        </p:nvCxnSpPr>
        <p:spPr>
          <a:xfrm flipV="1">
            <a:off x="9472003" y="3336045"/>
            <a:ext cx="0" cy="29418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54741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I60V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2CB4238-0496-7E74-878E-B795C7B5D876}"/>
              </a:ext>
            </a:extLst>
          </p:cNvPr>
          <p:cNvSpPr/>
          <p:nvPr userDrawn="1"/>
        </p:nvSpPr>
        <p:spPr>
          <a:xfrm>
            <a:off x="6686892" y="1555654"/>
            <a:ext cx="5505108" cy="5302347"/>
          </a:xfrm>
          <a:custGeom>
            <a:avLst/>
            <a:gdLst>
              <a:gd name="connsiteX0" fmla="*/ 3760110 w 5505108"/>
              <a:gd name="connsiteY0" fmla="*/ 0 h 5302347"/>
              <a:gd name="connsiteX1" fmla="*/ 5223714 w 5505108"/>
              <a:gd name="connsiteY1" fmla="*/ 295488 h 5302347"/>
              <a:gd name="connsiteX2" fmla="*/ 5505108 w 5505108"/>
              <a:gd name="connsiteY2" fmla="*/ 431043 h 5302347"/>
              <a:gd name="connsiteX3" fmla="*/ 5505108 w 5505108"/>
              <a:gd name="connsiteY3" fmla="*/ 2123505 h 5302347"/>
              <a:gd name="connsiteX4" fmla="*/ 5453499 w 5505108"/>
              <a:gd name="connsiteY4" fmla="*/ 2066721 h 5302347"/>
              <a:gd name="connsiteX5" fmla="*/ 3760110 w 5505108"/>
              <a:gd name="connsiteY5" fmla="*/ 1365296 h 5302347"/>
              <a:gd name="connsiteX6" fmla="*/ 1365296 w 5505108"/>
              <a:gd name="connsiteY6" fmla="*/ 3760110 h 5302347"/>
              <a:gd name="connsiteX7" fmla="*/ 1912155 w 5505108"/>
              <a:gd name="connsiteY7" fmla="*/ 5283434 h 5302347"/>
              <a:gd name="connsiteX8" fmla="*/ 1929345 w 5505108"/>
              <a:gd name="connsiteY8" fmla="*/ 5302347 h 5302347"/>
              <a:gd name="connsiteX9" fmla="*/ 331038 w 5505108"/>
              <a:gd name="connsiteY9" fmla="*/ 5302347 h 5302347"/>
              <a:gd name="connsiteX10" fmla="*/ 295488 w 5505108"/>
              <a:gd name="connsiteY10" fmla="*/ 5223715 h 5302347"/>
              <a:gd name="connsiteX11" fmla="*/ 0 w 5505108"/>
              <a:gd name="connsiteY11" fmla="*/ 3760110 h 5302347"/>
              <a:gd name="connsiteX12" fmla="*/ 3760110 w 5505108"/>
              <a:gd name="connsiteY12" fmla="*/ 0 h 5302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505108" h="5302347">
                <a:moveTo>
                  <a:pt x="3760110" y="0"/>
                </a:moveTo>
                <a:cubicBezTo>
                  <a:pt x="4279273" y="0"/>
                  <a:pt x="4773861" y="105216"/>
                  <a:pt x="5223714" y="295488"/>
                </a:cubicBezTo>
                <a:lnTo>
                  <a:pt x="5505108" y="431043"/>
                </a:lnTo>
                <a:lnTo>
                  <a:pt x="5505108" y="2123505"/>
                </a:lnTo>
                <a:lnTo>
                  <a:pt x="5453499" y="2066721"/>
                </a:lnTo>
                <a:cubicBezTo>
                  <a:pt x="5020123" y="1633345"/>
                  <a:pt x="4421420" y="1365296"/>
                  <a:pt x="3760110" y="1365296"/>
                </a:cubicBezTo>
                <a:cubicBezTo>
                  <a:pt x="2437491" y="1365296"/>
                  <a:pt x="1365296" y="2437491"/>
                  <a:pt x="1365296" y="3760110"/>
                </a:cubicBezTo>
                <a:cubicBezTo>
                  <a:pt x="1365296" y="4338756"/>
                  <a:pt x="1570521" y="4869469"/>
                  <a:pt x="1912155" y="5283434"/>
                </a:cubicBezTo>
                <a:lnTo>
                  <a:pt x="1929345" y="5302347"/>
                </a:lnTo>
                <a:lnTo>
                  <a:pt x="331038" y="5302347"/>
                </a:lnTo>
                <a:lnTo>
                  <a:pt x="295488" y="5223715"/>
                </a:lnTo>
                <a:cubicBezTo>
                  <a:pt x="105217" y="4773861"/>
                  <a:pt x="0" y="4279273"/>
                  <a:pt x="0" y="3760110"/>
                </a:cubicBezTo>
                <a:cubicBezTo>
                  <a:pt x="0" y="1683459"/>
                  <a:pt x="1683459" y="0"/>
                  <a:pt x="37601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3A094A-EEF7-607F-EF14-C55152301A6B}"/>
              </a:ext>
            </a:extLst>
          </p:cNvPr>
          <p:cNvGrpSpPr/>
          <p:nvPr userDrawn="1"/>
        </p:nvGrpSpPr>
        <p:grpSpPr>
          <a:xfrm>
            <a:off x="587374" y="2371838"/>
            <a:ext cx="1659599" cy="875588"/>
            <a:chOff x="948049" y="1831721"/>
            <a:chExt cx="1659599" cy="87558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3CDD169-48E3-2C99-4004-DD00FE98D825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763F9A6D-C2EA-9E16-6198-F5A5CDC3C7A1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1B180DC-D00E-A276-746E-12B8D120746F}"/>
              </a:ext>
            </a:extLst>
          </p:cNvPr>
          <p:cNvGrpSpPr/>
          <p:nvPr userDrawn="1"/>
        </p:nvGrpSpPr>
        <p:grpSpPr>
          <a:xfrm>
            <a:off x="2458904" y="2371838"/>
            <a:ext cx="1659599" cy="875588"/>
            <a:chOff x="948049" y="1831721"/>
            <a:chExt cx="1659599" cy="875588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10DCBC1-A993-C4FC-42D0-8BCD8AFAC729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3747459-52F4-9053-244F-783D536C0D06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D725A28-2D8A-9783-98FB-A56D97709619}"/>
              </a:ext>
            </a:extLst>
          </p:cNvPr>
          <p:cNvGrpSpPr/>
          <p:nvPr userDrawn="1"/>
        </p:nvGrpSpPr>
        <p:grpSpPr>
          <a:xfrm>
            <a:off x="4330434" y="2371838"/>
            <a:ext cx="1659599" cy="875588"/>
            <a:chOff x="948049" y="1831721"/>
            <a:chExt cx="1659599" cy="875588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C978038-D33C-EB6B-968F-7964C78A70E9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D685892-B84D-6A93-05F2-80F2A81B5039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955A871-E435-E5DE-E5FF-359C6DFA3B8B}"/>
              </a:ext>
            </a:extLst>
          </p:cNvPr>
          <p:cNvGrpSpPr/>
          <p:nvPr userDrawn="1"/>
        </p:nvGrpSpPr>
        <p:grpSpPr>
          <a:xfrm>
            <a:off x="6201964" y="2371838"/>
            <a:ext cx="1659599" cy="875588"/>
            <a:chOff x="948049" y="1831721"/>
            <a:chExt cx="1659599" cy="875588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C7F08527-4295-A875-0E61-B794A4B03D6C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57CD8EF-82F8-6455-8EFD-72E5BBD936F3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64AFF3-8E80-4766-C55F-E6633334E98A}"/>
              </a:ext>
            </a:extLst>
          </p:cNvPr>
          <p:cNvGrpSpPr/>
          <p:nvPr userDrawn="1"/>
        </p:nvGrpSpPr>
        <p:grpSpPr>
          <a:xfrm>
            <a:off x="8073494" y="2371838"/>
            <a:ext cx="1659599" cy="875588"/>
            <a:chOff x="948049" y="1831721"/>
            <a:chExt cx="1659599" cy="875588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CB72E8C-9BF8-6AE4-5453-D405439C9BEE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A62424A6-7F75-98D1-2210-8FAA7B5C474F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BFC4D06-01EA-43E2-C5C4-54AAF3266063}"/>
              </a:ext>
            </a:extLst>
          </p:cNvPr>
          <p:cNvGrpSpPr/>
          <p:nvPr userDrawn="1"/>
        </p:nvGrpSpPr>
        <p:grpSpPr>
          <a:xfrm>
            <a:off x="9945024" y="2371838"/>
            <a:ext cx="1659599" cy="875588"/>
            <a:chOff x="948049" y="1831721"/>
            <a:chExt cx="1659599" cy="875588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8FC0BC21-5124-F59C-A6ED-FABA12E8A32D}"/>
                </a:ext>
              </a:extLst>
            </p:cNvPr>
            <p:cNvSpPr/>
            <p:nvPr userDrawn="1"/>
          </p:nvSpPr>
          <p:spPr>
            <a:xfrm>
              <a:off x="948049" y="1831721"/>
              <a:ext cx="1659599" cy="8755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ED29AA8C-ACBB-E552-4D2D-66E658F24390}"/>
                </a:ext>
              </a:extLst>
            </p:cNvPr>
            <p:cNvSpPr/>
            <p:nvPr userDrawn="1"/>
          </p:nvSpPr>
          <p:spPr>
            <a:xfrm rot="5400000">
              <a:off x="2266954" y="2169369"/>
              <a:ext cx="271673" cy="20029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4" name="Milestone Placeholder">
            <a:extLst>
              <a:ext uri="{FF2B5EF4-FFF2-40B4-BE49-F238E27FC236}">
                <a16:creationId xmlns:a16="http://schemas.microsoft.com/office/drawing/2014/main" id="{B9AFFAFA-69AF-55F2-8E32-B03C8F3C3129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245890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3" name="Milestone Placeholder">
            <a:extLst>
              <a:ext uri="{FF2B5EF4-FFF2-40B4-BE49-F238E27FC236}">
                <a16:creationId xmlns:a16="http://schemas.microsoft.com/office/drawing/2014/main" id="{5247F7ED-968C-3DB8-DDE1-A95E6259418A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8737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Milestone Placeholder">
            <a:extLst>
              <a:ext uri="{FF2B5EF4-FFF2-40B4-BE49-F238E27FC236}">
                <a16:creationId xmlns:a16="http://schemas.microsoft.com/office/drawing/2014/main" id="{7AA1281F-F625-B89B-41FB-756D58ADAB82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433043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Milestone Placeholder">
            <a:extLst>
              <a:ext uri="{FF2B5EF4-FFF2-40B4-BE49-F238E27FC236}">
                <a16:creationId xmlns:a16="http://schemas.microsoft.com/office/drawing/2014/main" id="{41BAA233-2BA8-F90B-6629-D482A2C7C285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620196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Milestone Placeholder">
            <a:extLst>
              <a:ext uri="{FF2B5EF4-FFF2-40B4-BE49-F238E27FC236}">
                <a16:creationId xmlns:a16="http://schemas.microsoft.com/office/drawing/2014/main" id="{838B671B-3D24-9969-1528-74D3B54B56EC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07349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Milestone Placeholder">
            <a:extLst>
              <a:ext uri="{FF2B5EF4-FFF2-40B4-BE49-F238E27FC236}">
                <a16:creationId xmlns:a16="http://schemas.microsoft.com/office/drawing/2014/main" id="{6E763B6F-4FD4-4C65-2A54-0D382031FCD1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9945024" y="2371838"/>
            <a:ext cx="1354595" cy="875588"/>
          </a:xfrm>
        </p:spPr>
        <p:txBody>
          <a:bodyPr lIns="216000" tIns="144000" rIns="0" bIns="144000" anchor="ctr" anchorCtr="0">
            <a:noAutofit/>
          </a:bodyPr>
          <a:lstStyle>
            <a:lvl1pPr marL="0" indent="0" algn="l">
              <a:buNone/>
              <a:defRPr sz="19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Text Placeholder">
            <a:extLst>
              <a:ext uri="{FF2B5EF4-FFF2-40B4-BE49-F238E27FC236}">
                <a16:creationId xmlns:a16="http://schemas.microsoft.com/office/drawing/2014/main" id="{8CE9BD46-77D6-4B24-9A8C-B50842FDEB91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587374" y="4568627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Subtitle Placeholder">
            <a:extLst>
              <a:ext uri="{FF2B5EF4-FFF2-40B4-BE49-F238E27FC236}">
                <a16:creationId xmlns:a16="http://schemas.microsoft.com/office/drawing/2014/main" id="{71BA0F72-2603-FC1F-1D79-86C2B87BA510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8737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3" name="Text Placeholder">
            <a:extLst>
              <a:ext uri="{FF2B5EF4-FFF2-40B4-BE49-F238E27FC236}">
                <a16:creationId xmlns:a16="http://schemas.microsoft.com/office/drawing/2014/main" id="{2116920B-34AC-D315-7398-7D1BDD0035A9}"/>
              </a:ext>
            </a:extLst>
          </p:cNvPr>
          <p:cNvSpPr>
            <a:spLocks noGrp="1"/>
          </p:cNvSpPr>
          <p:nvPr>
            <p:ph type="body" idx="53"/>
          </p:nvPr>
        </p:nvSpPr>
        <p:spPr>
          <a:xfrm>
            <a:off x="245890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4" name="Subtitle Placeholder2">
            <a:extLst>
              <a:ext uri="{FF2B5EF4-FFF2-40B4-BE49-F238E27FC236}">
                <a16:creationId xmlns:a16="http://schemas.microsoft.com/office/drawing/2014/main" id="{53B8E7B8-14B8-0C2D-EAFD-4632BC254FDB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245890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5" name="Text Placeholder">
            <a:extLst>
              <a:ext uri="{FF2B5EF4-FFF2-40B4-BE49-F238E27FC236}">
                <a16:creationId xmlns:a16="http://schemas.microsoft.com/office/drawing/2014/main" id="{BD55F3F7-C06A-6CE5-6FCA-39AAC2225AE5}"/>
              </a:ext>
            </a:extLst>
          </p:cNvPr>
          <p:cNvSpPr>
            <a:spLocks noGrp="1"/>
          </p:cNvSpPr>
          <p:nvPr>
            <p:ph type="body" idx="55"/>
          </p:nvPr>
        </p:nvSpPr>
        <p:spPr>
          <a:xfrm>
            <a:off x="433043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6" name="Subtitle Placeholder2">
            <a:extLst>
              <a:ext uri="{FF2B5EF4-FFF2-40B4-BE49-F238E27FC236}">
                <a16:creationId xmlns:a16="http://schemas.microsoft.com/office/drawing/2014/main" id="{CDE43EC7-3622-4D09-369E-10910A45814D}"/>
              </a:ext>
            </a:extLst>
          </p:cNvPr>
          <p:cNvSpPr>
            <a:spLocks noGrp="1"/>
          </p:cNvSpPr>
          <p:nvPr>
            <p:ph type="body" idx="56" hasCustomPrompt="1"/>
          </p:nvPr>
        </p:nvSpPr>
        <p:spPr>
          <a:xfrm>
            <a:off x="433043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7" name="Text Placeholder">
            <a:extLst>
              <a:ext uri="{FF2B5EF4-FFF2-40B4-BE49-F238E27FC236}">
                <a16:creationId xmlns:a16="http://schemas.microsoft.com/office/drawing/2014/main" id="{EE4A2D3A-3DB2-6407-286C-0A11E29A1CB4}"/>
              </a:ext>
            </a:extLst>
          </p:cNvPr>
          <p:cNvSpPr>
            <a:spLocks noGrp="1"/>
          </p:cNvSpPr>
          <p:nvPr>
            <p:ph type="body" idx="57"/>
          </p:nvPr>
        </p:nvSpPr>
        <p:spPr>
          <a:xfrm>
            <a:off x="620196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48" name="Subtitle Placeholder">
            <a:extLst>
              <a:ext uri="{FF2B5EF4-FFF2-40B4-BE49-F238E27FC236}">
                <a16:creationId xmlns:a16="http://schemas.microsoft.com/office/drawing/2014/main" id="{8ADFC456-A305-D229-7570-2E1B8D70D6A8}"/>
              </a:ext>
            </a:extLst>
          </p:cNvPr>
          <p:cNvSpPr>
            <a:spLocks noGrp="1"/>
          </p:cNvSpPr>
          <p:nvPr>
            <p:ph type="body" idx="58" hasCustomPrompt="1"/>
          </p:nvPr>
        </p:nvSpPr>
        <p:spPr>
          <a:xfrm>
            <a:off x="620196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49" name="Text Placeholder">
            <a:extLst>
              <a:ext uri="{FF2B5EF4-FFF2-40B4-BE49-F238E27FC236}">
                <a16:creationId xmlns:a16="http://schemas.microsoft.com/office/drawing/2014/main" id="{BF353A31-9904-D537-87C2-A0D1CF6EB50C}"/>
              </a:ext>
            </a:extLst>
          </p:cNvPr>
          <p:cNvSpPr>
            <a:spLocks noGrp="1"/>
          </p:cNvSpPr>
          <p:nvPr>
            <p:ph type="body" idx="59"/>
          </p:nvPr>
        </p:nvSpPr>
        <p:spPr>
          <a:xfrm>
            <a:off x="807349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0" name="Subtitle Placeholder">
            <a:extLst>
              <a:ext uri="{FF2B5EF4-FFF2-40B4-BE49-F238E27FC236}">
                <a16:creationId xmlns:a16="http://schemas.microsoft.com/office/drawing/2014/main" id="{3BF75091-53BB-8B28-15F1-832D7F7F3D82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807349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1" name="Text Placeholder">
            <a:extLst>
              <a:ext uri="{FF2B5EF4-FFF2-40B4-BE49-F238E27FC236}">
                <a16:creationId xmlns:a16="http://schemas.microsoft.com/office/drawing/2014/main" id="{953516F6-D3E1-A125-1D93-DBE6161FAE29}"/>
              </a:ext>
            </a:extLst>
          </p:cNvPr>
          <p:cNvSpPr>
            <a:spLocks noGrp="1"/>
          </p:cNvSpPr>
          <p:nvPr>
            <p:ph type="body" idx="61"/>
          </p:nvPr>
        </p:nvSpPr>
        <p:spPr>
          <a:xfrm>
            <a:off x="9945024" y="4568626"/>
            <a:ext cx="1659600" cy="17172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en-US" dirty="0"/>
          </a:p>
        </p:txBody>
      </p:sp>
      <p:sp>
        <p:nvSpPr>
          <p:cNvPr id="52" name="Subtitle Placeholder">
            <a:extLst>
              <a:ext uri="{FF2B5EF4-FFF2-40B4-BE49-F238E27FC236}">
                <a16:creationId xmlns:a16="http://schemas.microsoft.com/office/drawing/2014/main" id="{9D832553-54E7-66EC-1BA3-DFB6D6C80A96}"/>
              </a:ext>
            </a:extLst>
          </p:cNvPr>
          <p:cNvSpPr>
            <a:spLocks noGrp="1"/>
          </p:cNvSpPr>
          <p:nvPr>
            <p:ph type="body" idx="62" hasCustomPrompt="1"/>
          </p:nvPr>
        </p:nvSpPr>
        <p:spPr>
          <a:xfrm>
            <a:off x="9945024" y="3463427"/>
            <a:ext cx="1659600" cy="1105200"/>
          </a:xfrm>
        </p:spPr>
        <p:txBody>
          <a:bodyPr wrap="square" lIns="0" tIns="108000" rIns="0" bIns="72000" anchor="t" anchorCtr="0">
            <a:noAutofit/>
          </a:bodyPr>
          <a:lstStyle>
            <a:lvl1pPr marL="0" indent="0" algn="l">
              <a:buNone/>
              <a:defRPr sz="20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100399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18AB8AAE-6784-58C1-38E7-5B751400C04E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2169419"/>
            <a:ext cx="5396400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3985BE-5375-7204-7A2F-D2708498B3A9}"/>
              </a:ext>
            </a:extLst>
          </p:cNvPr>
          <p:cNvGrpSpPr/>
          <p:nvPr userDrawn="1"/>
        </p:nvGrpSpPr>
        <p:grpSpPr>
          <a:xfrm>
            <a:off x="6203950" y="2109046"/>
            <a:ext cx="720000" cy="720000"/>
            <a:chOff x="1861702" y="3745269"/>
            <a:chExt cx="720000" cy="720000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FAFA7A9-A5AB-C148-43BD-E12F27926A5F}"/>
                </a:ext>
              </a:extLst>
            </p:cNvPr>
            <p:cNvSpPr/>
            <p:nvPr userDrawn="1"/>
          </p:nvSpPr>
          <p:spPr>
            <a:xfrm>
              <a:off x="1861702" y="3745269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Рисунок 80" descr="Земля контур">
              <a:extLst>
                <a:ext uri="{FF2B5EF4-FFF2-40B4-BE49-F238E27FC236}">
                  <a16:creationId xmlns:a16="http://schemas.microsoft.com/office/drawing/2014/main" id="{4680335C-A9E0-C0E5-CFD1-6C00EE4CB1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987702" y="3871269"/>
              <a:ext cx="468000" cy="4680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8E73BD-F253-87DE-44B1-75926B0C6016}"/>
              </a:ext>
            </a:extLst>
          </p:cNvPr>
          <p:cNvGrpSpPr/>
          <p:nvPr userDrawn="1"/>
        </p:nvGrpSpPr>
        <p:grpSpPr>
          <a:xfrm>
            <a:off x="6203950" y="3249795"/>
            <a:ext cx="720000" cy="720000"/>
            <a:chOff x="2221702" y="5269296"/>
            <a:chExt cx="720000" cy="72000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24A831FB-1254-D99C-EFA2-2E56E0452876}"/>
                </a:ext>
              </a:extLst>
            </p:cNvPr>
            <p:cNvSpPr/>
            <p:nvPr userDrawn="1"/>
          </p:nvSpPr>
          <p:spPr>
            <a:xfrm>
              <a:off x="2221702" y="5269296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6" name="Рисунок 85" descr="Конверт контур">
              <a:extLst>
                <a:ext uri="{FF2B5EF4-FFF2-40B4-BE49-F238E27FC236}">
                  <a16:creationId xmlns:a16="http://schemas.microsoft.com/office/drawing/2014/main" id="{389CC9B3-5C3B-630F-3A8E-CDCC6C9B54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47702" y="5395296"/>
              <a:ext cx="468000" cy="4680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5F0818-341B-C221-B21F-C1CF5175E22A}"/>
              </a:ext>
            </a:extLst>
          </p:cNvPr>
          <p:cNvGrpSpPr/>
          <p:nvPr userDrawn="1"/>
        </p:nvGrpSpPr>
        <p:grpSpPr>
          <a:xfrm>
            <a:off x="6203950" y="4401798"/>
            <a:ext cx="720000" cy="720000"/>
            <a:chOff x="4706502" y="4102304"/>
            <a:chExt cx="720000" cy="720000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682FCB72-2F08-510B-AD40-DD409F159711}"/>
                </a:ext>
              </a:extLst>
            </p:cNvPr>
            <p:cNvSpPr/>
            <p:nvPr userDrawn="1"/>
          </p:nvSpPr>
          <p:spPr>
            <a:xfrm>
              <a:off x="4706502" y="4102304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8" name="Рисунок 90" descr="Телефонная трубка контур">
              <a:extLst>
                <a:ext uri="{FF2B5EF4-FFF2-40B4-BE49-F238E27FC236}">
                  <a16:creationId xmlns:a16="http://schemas.microsoft.com/office/drawing/2014/main" id="{9F6376B7-24DB-19E4-0490-CDB692D6B1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4832502" y="4228304"/>
              <a:ext cx="468000" cy="46800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E0E3A3E-9F10-0620-51BE-94FFEFFB6EAC}"/>
              </a:ext>
            </a:extLst>
          </p:cNvPr>
          <p:cNvGrpSpPr/>
          <p:nvPr userDrawn="1"/>
        </p:nvGrpSpPr>
        <p:grpSpPr>
          <a:xfrm>
            <a:off x="6203950" y="5553800"/>
            <a:ext cx="720000" cy="720000"/>
            <a:chOff x="5218982" y="5401760"/>
            <a:chExt cx="720000" cy="720000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08FCC31D-79B2-AA86-1630-040F8801C078}"/>
                </a:ext>
              </a:extLst>
            </p:cNvPr>
            <p:cNvSpPr/>
            <p:nvPr userDrawn="1"/>
          </p:nvSpPr>
          <p:spPr>
            <a:xfrm>
              <a:off x="5218982" y="5401760"/>
              <a:ext cx="720000" cy="7200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0" name="Рисунок 95" descr="Карта с кнопкой контур">
              <a:extLst>
                <a:ext uri="{FF2B5EF4-FFF2-40B4-BE49-F238E27FC236}">
                  <a16:creationId xmlns:a16="http://schemas.microsoft.com/office/drawing/2014/main" id="{847F80BA-5A0E-CDFE-BB11-AA4B8F5C42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5344982" y="5527760"/>
              <a:ext cx="468000" cy="468000"/>
            </a:xfrm>
            <a:prstGeom prst="rect">
              <a:avLst/>
            </a:prstGeom>
          </p:spPr>
        </p:pic>
      </p:grpSp>
      <p:sp>
        <p:nvSpPr>
          <p:cNvPr id="49" name="Subtitle Placeholder">
            <a:extLst>
              <a:ext uri="{FF2B5EF4-FFF2-40B4-BE49-F238E27FC236}">
                <a16:creationId xmlns:a16="http://schemas.microsoft.com/office/drawing/2014/main" id="{82FA59B5-6C70-FA4E-5F9E-E1F0EDEEE6AA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7139850" y="2149472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78F08DE6-A5BF-A357-F8BD-11166E606BC2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7139850" y="2482225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Subtitle Placeholder">
            <a:extLst>
              <a:ext uri="{FF2B5EF4-FFF2-40B4-BE49-F238E27FC236}">
                <a16:creationId xmlns:a16="http://schemas.microsoft.com/office/drawing/2014/main" id="{5E4FECC3-B1D9-3023-B6DE-2E127BB391EE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7139850" y="3290569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B5CE7952-06CB-23C6-14E8-F4F3AB0935E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7139849" y="3623322"/>
            <a:ext cx="4464776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">
            <a:extLst>
              <a:ext uri="{FF2B5EF4-FFF2-40B4-BE49-F238E27FC236}">
                <a16:creationId xmlns:a16="http://schemas.microsoft.com/office/drawing/2014/main" id="{84A01255-A873-B5D8-1ADC-9BE96D9912F4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7139849" y="4443708"/>
            <a:ext cx="4464775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CFCF65AD-3B0A-A48D-FAB8-CD725478058E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7139850" y="4776461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Subtitle Placeholder">
            <a:extLst>
              <a:ext uri="{FF2B5EF4-FFF2-40B4-BE49-F238E27FC236}">
                <a16:creationId xmlns:a16="http://schemas.microsoft.com/office/drawing/2014/main" id="{01A0AAF1-8BB2-0A33-BD71-7F0889116A37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7139850" y="5596287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26D01BBF-426C-5EAF-4E01-73EBD3B0225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139849" y="5929040"/>
            <a:ext cx="4464775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291361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 S05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2169419"/>
            <a:ext cx="5396400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3985BE-5375-7204-7A2F-D2708498B3A9}"/>
              </a:ext>
            </a:extLst>
          </p:cNvPr>
          <p:cNvGrpSpPr/>
          <p:nvPr userDrawn="1"/>
        </p:nvGrpSpPr>
        <p:grpSpPr>
          <a:xfrm>
            <a:off x="591341" y="3452125"/>
            <a:ext cx="720000" cy="720000"/>
            <a:chOff x="1861702" y="3745269"/>
            <a:chExt cx="720000" cy="720000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FAFA7A9-A5AB-C148-43BD-E12F27926A5F}"/>
                </a:ext>
              </a:extLst>
            </p:cNvPr>
            <p:cNvSpPr/>
            <p:nvPr userDrawn="1"/>
          </p:nvSpPr>
          <p:spPr>
            <a:xfrm>
              <a:off x="1861702" y="3745269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Рисунок 80" descr="Земля контур">
              <a:extLst>
                <a:ext uri="{FF2B5EF4-FFF2-40B4-BE49-F238E27FC236}">
                  <a16:creationId xmlns:a16="http://schemas.microsoft.com/office/drawing/2014/main" id="{4680335C-A9E0-C0E5-CFD1-6C00EE4CB1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987702" y="3871269"/>
              <a:ext cx="468000" cy="4680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48E73BD-F253-87DE-44B1-75926B0C6016}"/>
              </a:ext>
            </a:extLst>
          </p:cNvPr>
          <p:cNvGrpSpPr/>
          <p:nvPr userDrawn="1"/>
        </p:nvGrpSpPr>
        <p:grpSpPr>
          <a:xfrm>
            <a:off x="591341" y="4592874"/>
            <a:ext cx="720000" cy="720000"/>
            <a:chOff x="2221702" y="5269296"/>
            <a:chExt cx="720000" cy="72000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24A831FB-1254-D99C-EFA2-2E56E0452876}"/>
                </a:ext>
              </a:extLst>
            </p:cNvPr>
            <p:cNvSpPr/>
            <p:nvPr userDrawn="1"/>
          </p:nvSpPr>
          <p:spPr>
            <a:xfrm>
              <a:off x="2221702" y="5269296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36" name="Рисунок 85" descr="Конверт контур">
              <a:extLst>
                <a:ext uri="{FF2B5EF4-FFF2-40B4-BE49-F238E27FC236}">
                  <a16:creationId xmlns:a16="http://schemas.microsoft.com/office/drawing/2014/main" id="{389CC9B3-5C3B-630F-3A8E-CDCC6C9B54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2347702" y="5395296"/>
              <a:ext cx="468000" cy="4680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5F0818-341B-C221-B21F-C1CF5175E22A}"/>
              </a:ext>
            </a:extLst>
          </p:cNvPr>
          <p:cNvGrpSpPr/>
          <p:nvPr userDrawn="1"/>
        </p:nvGrpSpPr>
        <p:grpSpPr>
          <a:xfrm>
            <a:off x="6203950" y="3429000"/>
            <a:ext cx="720000" cy="720000"/>
            <a:chOff x="4706502" y="4102304"/>
            <a:chExt cx="720000" cy="720000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682FCB72-2F08-510B-AD40-DD409F159711}"/>
                </a:ext>
              </a:extLst>
            </p:cNvPr>
            <p:cNvSpPr/>
            <p:nvPr userDrawn="1"/>
          </p:nvSpPr>
          <p:spPr>
            <a:xfrm>
              <a:off x="4706502" y="4102304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8" name="Рисунок 90" descr="Телефонная трубка контур">
              <a:extLst>
                <a:ext uri="{FF2B5EF4-FFF2-40B4-BE49-F238E27FC236}">
                  <a16:creationId xmlns:a16="http://schemas.microsoft.com/office/drawing/2014/main" id="{9F6376B7-24DB-19E4-0490-CDB692D6B1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/>
            <a:stretch/>
          </p:blipFill>
          <p:spPr>
            <a:xfrm>
              <a:off x="4832502" y="4228304"/>
              <a:ext cx="468000" cy="468000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E0E3A3E-9F10-0620-51BE-94FFEFFB6EAC}"/>
              </a:ext>
            </a:extLst>
          </p:cNvPr>
          <p:cNvGrpSpPr/>
          <p:nvPr userDrawn="1"/>
        </p:nvGrpSpPr>
        <p:grpSpPr>
          <a:xfrm>
            <a:off x="6203950" y="4581002"/>
            <a:ext cx="720000" cy="720000"/>
            <a:chOff x="5218982" y="5401760"/>
            <a:chExt cx="720000" cy="720000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08FCC31D-79B2-AA86-1630-040F8801C078}"/>
                </a:ext>
              </a:extLst>
            </p:cNvPr>
            <p:cNvSpPr/>
            <p:nvPr userDrawn="1"/>
          </p:nvSpPr>
          <p:spPr>
            <a:xfrm>
              <a:off x="5218982" y="5401760"/>
              <a:ext cx="720000" cy="720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40" name="Рисунок 95" descr="Карта с кнопкой контур">
              <a:extLst>
                <a:ext uri="{FF2B5EF4-FFF2-40B4-BE49-F238E27FC236}">
                  <a16:creationId xmlns:a16="http://schemas.microsoft.com/office/drawing/2014/main" id="{847F80BA-5A0E-CDFE-BB11-AA4B8F5C42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5344982" y="5527760"/>
              <a:ext cx="468000" cy="468000"/>
            </a:xfrm>
            <a:prstGeom prst="rect">
              <a:avLst/>
            </a:prstGeom>
          </p:spPr>
        </p:pic>
      </p:grpSp>
      <p:sp>
        <p:nvSpPr>
          <p:cNvPr id="49" name="Subtitle Placeholder">
            <a:extLst>
              <a:ext uri="{FF2B5EF4-FFF2-40B4-BE49-F238E27FC236}">
                <a16:creationId xmlns:a16="http://schemas.microsoft.com/office/drawing/2014/main" id="{82FA59B5-6C70-FA4E-5F9E-E1F0EDEEE6AA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527241" y="3492551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78F08DE6-A5BF-A357-F8BD-11166E606BC2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527241" y="3825304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Subtitle Placeholder">
            <a:extLst>
              <a:ext uri="{FF2B5EF4-FFF2-40B4-BE49-F238E27FC236}">
                <a16:creationId xmlns:a16="http://schemas.microsoft.com/office/drawing/2014/main" id="{5E4FECC3-B1D9-3023-B6DE-2E127BB391EE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1527241" y="4633648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B5CE7952-06CB-23C6-14E8-F4F3AB0935E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527240" y="4966401"/>
            <a:ext cx="4464776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Subtitle Placeholder">
            <a:extLst>
              <a:ext uri="{FF2B5EF4-FFF2-40B4-BE49-F238E27FC236}">
                <a16:creationId xmlns:a16="http://schemas.microsoft.com/office/drawing/2014/main" id="{84A01255-A873-B5D8-1ADC-9BE96D9912F4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7139849" y="3470910"/>
            <a:ext cx="4464775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CFCF65AD-3B0A-A48D-FAB8-CD725478058E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7139850" y="3803663"/>
            <a:ext cx="4460500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Subtitle Placeholder">
            <a:extLst>
              <a:ext uri="{FF2B5EF4-FFF2-40B4-BE49-F238E27FC236}">
                <a16:creationId xmlns:a16="http://schemas.microsoft.com/office/drawing/2014/main" id="{01A0AAF1-8BB2-0A33-BD71-7F0889116A37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7139850" y="4623489"/>
            <a:ext cx="4460500" cy="307777"/>
          </a:xfr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26D01BBF-426C-5EAF-4E01-73EBD3B0225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139849" y="4956242"/>
            <a:ext cx="4464775" cy="295328"/>
          </a:xfrm>
        </p:spPr>
        <p:txBody>
          <a:bodyPr wrap="square" lIns="0" tIns="72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63E0602-C359-321F-7CFB-373106C87937}"/>
              </a:ext>
            </a:extLst>
          </p:cNvPr>
          <p:cNvSpPr/>
          <p:nvPr userDrawn="1"/>
        </p:nvSpPr>
        <p:spPr>
          <a:xfrm rot="16200000">
            <a:off x="9494744" y="4045"/>
            <a:ext cx="2701301" cy="2693211"/>
          </a:xfrm>
          <a:custGeom>
            <a:avLst/>
            <a:gdLst>
              <a:gd name="connsiteX0" fmla="*/ 2109010 w 2701301"/>
              <a:gd name="connsiteY0" fmla="*/ 0 h 2693211"/>
              <a:gd name="connsiteX1" fmla="*/ 2534049 w 2701301"/>
              <a:gd name="connsiteY1" fmla="*/ 42848 h 2693211"/>
              <a:gd name="connsiteX2" fmla="*/ 2701301 w 2701301"/>
              <a:gd name="connsiteY2" fmla="*/ 85853 h 2693211"/>
              <a:gd name="connsiteX3" fmla="*/ 2701301 w 2701301"/>
              <a:gd name="connsiteY3" fmla="*/ 904794 h 2693211"/>
              <a:gd name="connsiteX4" fmla="*/ 2631854 w 2701301"/>
              <a:gd name="connsiteY4" fmla="*/ 871340 h 2693211"/>
              <a:gd name="connsiteX5" fmla="*/ 2109009 w 2701301"/>
              <a:gd name="connsiteY5" fmla="*/ 765782 h 2693211"/>
              <a:gd name="connsiteX6" fmla="*/ 765781 w 2701301"/>
              <a:gd name="connsiteY6" fmla="*/ 2109010 h 2693211"/>
              <a:gd name="connsiteX7" fmla="*/ 871339 w 2701301"/>
              <a:gd name="connsiteY7" fmla="*/ 2631855 h 2693211"/>
              <a:gd name="connsiteX8" fmla="*/ 900895 w 2701301"/>
              <a:gd name="connsiteY8" fmla="*/ 2693211 h 2693211"/>
              <a:gd name="connsiteX9" fmla="*/ 83772 w 2701301"/>
              <a:gd name="connsiteY9" fmla="*/ 2693211 h 2693211"/>
              <a:gd name="connsiteX10" fmla="*/ 42848 w 2701301"/>
              <a:gd name="connsiteY10" fmla="*/ 2534049 h 2693211"/>
              <a:gd name="connsiteX11" fmla="*/ 0 w 2701301"/>
              <a:gd name="connsiteY11" fmla="*/ 2109010 h 2693211"/>
              <a:gd name="connsiteX12" fmla="*/ 2109010 w 2701301"/>
              <a:gd name="connsiteY12" fmla="*/ 0 h 2693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01301" h="2693211">
                <a:moveTo>
                  <a:pt x="2109010" y="0"/>
                </a:moveTo>
                <a:cubicBezTo>
                  <a:pt x="2254607" y="0"/>
                  <a:pt x="2396758" y="14754"/>
                  <a:pt x="2534049" y="42848"/>
                </a:cubicBezTo>
                <a:lnTo>
                  <a:pt x="2701301" y="85853"/>
                </a:lnTo>
                <a:lnTo>
                  <a:pt x="2701301" y="904794"/>
                </a:lnTo>
                <a:lnTo>
                  <a:pt x="2631854" y="871340"/>
                </a:lnTo>
                <a:cubicBezTo>
                  <a:pt x="2471152" y="803369"/>
                  <a:pt x="2294470" y="765782"/>
                  <a:pt x="2109009" y="765782"/>
                </a:cubicBezTo>
                <a:cubicBezTo>
                  <a:pt x="1367165" y="765782"/>
                  <a:pt x="765781" y="1367166"/>
                  <a:pt x="765781" y="2109010"/>
                </a:cubicBezTo>
                <a:cubicBezTo>
                  <a:pt x="765781" y="2294471"/>
                  <a:pt x="803368" y="2471153"/>
                  <a:pt x="871339" y="2631855"/>
                </a:cubicBezTo>
                <a:lnTo>
                  <a:pt x="900895" y="2693211"/>
                </a:lnTo>
                <a:lnTo>
                  <a:pt x="83772" y="2693211"/>
                </a:lnTo>
                <a:lnTo>
                  <a:pt x="42848" y="2534049"/>
                </a:lnTo>
                <a:cubicBezTo>
                  <a:pt x="14754" y="2396758"/>
                  <a:pt x="0" y="2254607"/>
                  <a:pt x="0" y="2109010"/>
                </a:cubicBez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83587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2487204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2291" y="4644415"/>
            <a:ext cx="5395759" cy="615553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591650" y="4644368"/>
            <a:ext cx="0" cy="615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48F00A8-1F1B-BC05-D96A-C6861F1D7E7A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72074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B0F993B-D3C1-E9B9-9221-B1202E9AABB9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8226" y="3501036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r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208866" y="5658247"/>
            <a:ext cx="5395759" cy="615553"/>
          </a:xfrm>
        </p:spPr>
        <p:txBody>
          <a:bodyPr wrap="square" lIns="0" tIns="0" rIns="144000" bIns="0" anchor="ctr" anchorCtr="0">
            <a:noAutofit/>
          </a:bodyPr>
          <a:lstStyle>
            <a:lvl1pPr marL="0" indent="0" algn="r">
              <a:spcBef>
                <a:spcPts val="600"/>
              </a:spcBef>
              <a:buNone/>
              <a:defRPr sz="2000" spc="0" baseline="0">
                <a:ln>
                  <a:noFill/>
                </a:ln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11604625" y="5658200"/>
            <a:ext cx="0" cy="6156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F8C0DE90-7C6F-DC35-8428-DFC18013C3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737" y="1304924"/>
            <a:ext cx="5400673" cy="5553075"/>
          </a:xfrm>
          <a:prstGeom prst="round2SameRect">
            <a:avLst>
              <a:gd name="adj1" fmla="val 11453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26744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06V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3E9ACA3-5F88-9493-CCBC-484295B6E4FC}"/>
              </a:ext>
            </a:extLst>
          </p:cNvPr>
          <p:cNvSpPr/>
          <p:nvPr userDrawn="1"/>
        </p:nvSpPr>
        <p:spPr>
          <a:xfrm rot="16200000">
            <a:off x="-21125" y="1465494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8226" y="2487204"/>
            <a:ext cx="5396400" cy="188359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bg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AB58AFB5-5E41-DB71-0A4D-118666170C1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208866" y="4644415"/>
            <a:ext cx="5395759" cy="615553"/>
          </a:xfrm>
        </p:spPr>
        <p:txBody>
          <a:bodyPr wrap="square" lIns="144000" tIns="0" rIns="0" bIns="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">
            <a:extLst>
              <a:ext uri="{FF2B5EF4-FFF2-40B4-BE49-F238E27FC236}">
                <a16:creationId xmlns:a16="http://schemas.microsoft.com/office/drawing/2014/main" id="{27561E6F-5123-061B-5DF0-803A84B057E6}"/>
              </a:ext>
            </a:extLst>
          </p:cNvPr>
          <p:cNvCxnSpPr>
            <a:cxnSpLocks/>
          </p:cNvCxnSpPr>
          <p:nvPr userDrawn="1"/>
        </p:nvCxnSpPr>
        <p:spPr>
          <a:xfrm>
            <a:off x="6208225" y="4644368"/>
            <a:ext cx="0" cy="6156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78460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6FB9293-E1F8-8E71-C731-C33262080C49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CB1DD3-4E9D-8D8E-5FF8-A478D182E4D5}"/>
              </a:ext>
            </a:extLst>
          </p:cNvPr>
          <p:cNvSpPr/>
          <p:nvPr userDrawn="1"/>
        </p:nvSpPr>
        <p:spPr>
          <a:xfrm>
            <a:off x="6203950" y="2529095"/>
            <a:ext cx="5987409" cy="4328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204591" y="2529096"/>
            <a:ext cx="5395759" cy="598589"/>
          </a:xfrm>
        </p:spPr>
        <p:txBody>
          <a:bodyPr wrap="square" lIns="21600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1335436"/>
            <a:ext cx="5395759" cy="627864"/>
          </a:xfrm>
          <a:prstGeom prst="rect">
            <a:avLst/>
          </a:prstGeom>
        </p:spPr>
        <p:txBody>
          <a:bodyPr vert="horz" wrap="square" lIns="21600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204591" y="3123875"/>
            <a:ext cx="5395759" cy="513438"/>
          </a:xfrm>
        </p:spPr>
        <p:txBody>
          <a:bodyPr lIns="216000" tIns="144000" rIns="0" bIns="144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6419950" y="3127685"/>
            <a:ext cx="5180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FA25-44AC-A36C-DC93-5B238894BDE6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204591" y="3662078"/>
            <a:ext cx="5395759" cy="2611722"/>
          </a:xfrm>
        </p:spPr>
        <p:txBody>
          <a:bodyPr lIns="21600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styles!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1650" y="1304925"/>
            <a:ext cx="5395758" cy="4968874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11268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A8E9608-D02D-1C0B-E7BB-95FF17CB0BF2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5310990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1650" y="5905769"/>
            <a:ext cx="35244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9579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5" y="2164224"/>
            <a:ext cx="352473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34975" y="2164224"/>
            <a:ext cx="352473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082575" y="2164224"/>
            <a:ext cx="352473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334975" y="5310231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Description Placeholder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4334975" y="5905010"/>
            <a:ext cx="35244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4334975" y="5908820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8082913" y="5310231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Description Placeholder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8082913" y="5905010"/>
            <a:ext cx="35244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8082913" y="5908820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74985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A8E9608-D02D-1C0B-E7BB-95FF17CB0BF2}"/>
              </a:ext>
            </a:extLst>
          </p:cNvPr>
          <p:cNvSpPr/>
          <p:nvPr userDrawn="1"/>
        </p:nvSpPr>
        <p:spPr>
          <a:xfrm>
            <a:off x="6686892" y="0"/>
            <a:ext cx="5505108" cy="5371380"/>
          </a:xfrm>
          <a:custGeom>
            <a:avLst/>
            <a:gdLst>
              <a:gd name="connsiteX0" fmla="*/ 366623 w 5505108"/>
              <a:gd name="connsiteY0" fmla="*/ 0 h 5371380"/>
              <a:gd name="connsiteX1" fmla="*/ 1992086 w 5505108"/>
              <a:gd name="connsiteY1" fmla="*/ 0 h 5371380"/>
              <a:gd name="connsiteX2" fmla="*/ 1912155 w 5505108"/>
              <a:gd name="connsiteY2" fmla="*/ 87946 h 5371380"/>
              <a:gd name="connsiteX3" fmla="*/ 1365296 w 5505108"/>
              <a:gd name="connsiteY3" fmla="*/ 1611270 h 5371380"/>
              <a:gd name="connsiteX4" fmla="*/ 3760110 w 5505108"/>
              <a:gd name="connsiteY4" fmla="*/ 4006084 h 5371380"/>
              <a:gd name="connsiteX5" fmla="*/ 5453499 w 5505108"/>
              <a:gd name="connsiteY5" fmla="*/ 3304659 h 5371380"/>
              <a:gd name="connsiteX6" fmla="*/ 5505108 w 5505108"/>
              <a:gd name="connsiteY6" fmla="*/ 3247875 h 5371380"/>
              <a:gd name="connsiteX7" fmla="*/ 5505108 w 5505108"/>
              <a:gd name="connsiteY7" fmla="*/ 4941778 h 5371380"/>
              <a:gd name="connsiteX8" fmla="*/ 5390273 w 5505108"/>
              <a:gd name="connsiteY8" fmla="*/ 5000593 h 5371380"/>
              <a:gd name="connsiteX9" fmla="*/ 3760110 w 5505108"/>
              <a:gd name="connsiteY9" fmla="*/ 5371380 h 5371380"/>
              <a:gd name="connsiteX10" fmla="*/ 0 w 5505108"/>
              <a:gd name="connsiteY10" fmla="*/ 1611270 h 5371380"/>
              <a:gd name="connsiteX11" fmla="*/ 295489 w 5505108"/>
              <a:gd name="connsiteY11" fmla="*/ 14766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505108" h="5371380">
                <a:moveTo>
                  <a:pt x="366623" y="0"/>
                </a:moveTo>
                <a:lnTo>
                  <a:pt x="1992086" y="0"/>
                </a:lnTo>
                <a:lnTo>
                  <a:pt x="1912155" y="87946"/>
                </a:lnTo>
                <a:cubicBezTo>
                  <a:pt x="1570521" y="501911"/>
                  <a:pt x="1365296" y="1032624"/>
                  <a:pt x="1365296" y="1611270"/>
                </a:cubicBezTo>
                <a:cubicBezTo>
                  <a:pt x="1365296" y="2933889"/>
                  <a:pt x="2437491" y="4006084"/>
                  <a:pt x="3760110" y="4006084"/>
                </a:cubicBezTo>
                <a:cubicBezTo>
                  <a:pt x="4421420" y="4006084"/>
                  <a:pt x="5020123" y="3738035"/>
                  <a:pt x="5453499" y="3304659"/>
                </a:cubicBezTo>
                <a:lnTo>
                  <a:pt x="5505108" y="3247875"/>
                </a:lnTo>
                <a:lnTo>
                  <a:pt x="5505108" y="4941778"/>
                </a:lnTo>
                <a:lnTo>
                  <a:pt x="5390273" y="5000593"/>
                </a:lnTo>
                <a:cubicBezTo>
                  <a:pt x="4897124" y="5238216"/>
                  <a:pt x="4344168" y="5371380"/>
                  <a:pt x="3760110" y="5371380"/>
                </a:cubicBezTo>
                <a:cubicBezTo>
                  <a:pt x="1683459" y="5371380"/>
                  <a:pt x="0" y="3687921"/>
                  <a:pt x="0" y="1611270"/>
                </a:cubicBezTo>
                <a:cubicBezTo>
                  <a:pt x="0" y="1092107"/>
                  <a:pt x="105217" y="597519"/>
                  <a:pt x="295489" y="14766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1650" y="5905769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9579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5" y="2164224"/>
            <a:ext cx="2592388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5395759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409007" y="2164224"/>
            <a:ext cx="2592000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230639" y="2164224"/>
            <a:ext cx="2592000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409007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Description Placeholder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3409007" y="5905010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3409007" y="5908820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230977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Description Placeholder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230977" y="5905010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6230977" y="5908820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A3C813A8-5A44-CC94-FB22-4A605520C819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012625" y="2164224"/>
            <a:ext cx="2592000" cy="2924432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41C1A8E-044A-C526-3CC4-DC286C56839D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012963" y="5310231"/>
            <a:ext cx="2592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4" name="Description Placeholder">
            <a:extLst>
              <a:ext uri="{FF2B5EF4-FFF2-40B4-BE49-F238E27FC236}">
                <a16:creationId xmlns:a16="http://schemas.microsoft.com/office/drawing/2014/main" id="{A0060A88-E886-7DFF-2671-90C665DB4E6B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9012963" y="5905769"/>
            <a:ext cx="2592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69D1795D-DCE4-59BE-DE0A-0B7EA262081A}"/>
              </a:ext>
            </a:extLst>
          </p:cNvPr>
          <p:cNvCxnSpPr>
            <a:cxnSpLocks/>
          </p:cNvCxnSpPr>
          <p:nvPr userDrawn="1"/>
        </p:nvCxnSpPr>
        <p:spPr>
          <a:xfrm>
            <a:off x="9012963" y="5909579"/>
            <a:ext cx="2592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84386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07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19CE631-CCF9-CBF0-C470-B0587AF1DB4E}"/>
              </a:ext>
            </a:extLst>
          </p:cNvPr>
          <p:cNvSpPr/>
          <p:nvPr userDrawn="1"/>
        </p:nvSpPr>
        <p:spPr>
          <a:xfrm>
            <a:off x="10082990" y="0"/>
            <a:ext cx="2109010" cy="2109010"/>
          </a:xfrm>
          <a:custGeom>
            <a:avLst/>
            <a:gdLst>
              <a:gd name="connsiteX0" fmla="*/ 0 w 2109010"/>
              <a:gd name="connsiteY0" fmla="*/ 0 h 2109010"/>
              <a:gd name="connsiteX1" fmla="*/ 765781 w 2109010"/>
              <a:gd name="connsiteY1" fmla="*/ 0 h 2109010"/>
              <a:gd name="connsiteX2" fmla="*/ 2109009 w 2109010"/>
              <a:gd name="connsiteY2" fmla="*/ 1343228 h 2109010"/>
              <a:gd name="connsiteX3" fmla="*/ 2109010 w 2109010"/>
              <a:gd name="connsiteY3" fmla="*/ 1343228 h 2109010"/>
              <a:gd name="connsiteX4" fmla="*/ 2109010 w 2109010"/>
              <a:gd name="connsiteY4" fmla="*/ 2109010 h 2109010"/>
              <a:gd name="connsiteX5" fmla="*/ 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0" y="0"/>
                </a:moveTo>
                <a:lnTo>
                  <a:pt x="765781" y="0"/>
                </a:lnTo>
                <a:cubicBezTo>
                  <a:pt x="765781" y="741844"/>
                  <a:pt x="1367165" y="1343228"/>
                  <a:pt x="2109009" y="1343228"/>
                </a:cubicBezTo>
                <a:lnTo>
                  <a:pt x="2109010" y="1343228"/>
                </a:lnTo>
                <a:lnTo>
                  <a:pt x="2109010" y="2109010"/>
                </a:lnTo>
                <a:cubicBezTo>
                  <a:pt x="944236" y="2109010"/>
                  <a:pt x="0" y="1164774"/>
                  <a:pt x="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5310231"/>
            <a:ext cx="35280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Description Placeholder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1650" y="5905769"/>
            <a:ext cx="352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5909579"/>
            <a:ext cx="352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3CF2132-6B04-6D2A-3927-37A18589420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87374" y="2164224"/>
            <a:ext cx="3529013" cy="2924432"/>
          </a:xfrm>
          <a:prstGeom prst="roundRect">
            <a:avLst>
              <a:gd name="adj" fmla="val 6446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313707"/>
            <a:ext cx="3524738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4C618095-E81F-9F84-3F16-3DA746F77B1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32288" y="3789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AEF96D1-969A-6A5A-E731-FCAA5CE6972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834456" y="3789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332288" y="5382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Description Placeholder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4332288" y="5905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4332288" y="5908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834456" y="5382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Description Placeholder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834456" y="5905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6834456" y="5908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A3C813A8-5A44-CC94-FB22-4A605520C819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336625" y="3789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341C1A8E-044A-C526-3CC4-DC286C56839D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336625" y="5382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4" name="Description Placeholder">
            <a:extLst>
              <a:ext uri="{FF2B5EF4-FFF2-40B4-BE49-F238E27FC236}">
                <a16:creationId xmlns:a16="http://schemas.microsoft.com/office/drawing/2014/main" id="{A0060A88-E886-7DFF-2671-90C665DB4E6B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9336625" y="5905769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22" name="Straight Connector">
            <a:extLst>
              <a:ext uri="{FF2B5EF4-FFF2-40B4-BE49-F238E27FC236}">
                <a16:creationId xmlns:a16="http://schemas.microsoft.com/office/drawing/2014/main" id="{69D1795D-DCE4-59BE-DE0A-0B7EA262081A}"/>
              </a:ext>
            </a:extLst>
          </p:cNvPr>
          <p:cNvCxnSpPr>
            <a:cxnSpLocks/>
          </p:cNvCxnSpPr>
          <p:nvPr userDrawn="1"/>
        </p:nvCxnSpPr>
        <p:spPr>
          <a:xfrm>
            <a:off x="9336625" y="5909579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14">
            <a:extLst>
              <a:ext uri="{FF2B5EF4-FFF2-40B4-BE49-F238E27FC236}">
                <a16:creationId xmlns:a16="http://schemas.microsoft.com/office/drawing/2014/main" id="{AE2C1252-883B-C644-20B7-AC107AADB34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332288" y="995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6" name="Picture Placeholder 14">
            <a:extLst>
              <a:ext uri="{FF2B5EF4-FFF2-40B4-BE49-F238E27FC236}">
                <a16:creationId xmlns:a16="http://schemas.microsoft.com/office/drawing/2014/main" id="{71E93CFA-36F6-7C79-E52C-A56A43D9AFF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834456" y="995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37" name="Subtitle Placeholder">
            <a:extLst>
              <a:ext uri="{FF2B5EF4-FFF2-40B4-BE49-F238E27FC236}">
                <a16:creationId xmlns:a16="http://schemas.microsoft.com/office/drawing/2014/main" id="{7EFE23E2-FE85-B0C7-0245-4A2FC440FFA8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4332288" y="2588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8" name="Description Placeholder">
            <a:extLst>
              <a:ext uri="{FF2B5EF4-FFF2-40B4-BE49-F238E27FC236}">
                <a16:creationId xmlns:a16="http://schemas.microsoft.com/office/drawing/2014/main" id="{52E647FD-5ADF-9734-F003-270139853F2D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4332288" y="3111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9" name="Straight Connector">
            <a:extLst>
              <a:ext uri="{FF2B5EF4-FFF2-40B4-BE49-F238E27FC236}">
                <a16:creationId xmlns:a16="http://schemas.microsoft.com/office/drawing/2014/main" id="{312548A5-DE94-4A3D-8C7F-324CF2A433EB}"/>
              </a:ext>
            </a:extLst>
          </p:cNvPr>
          <p:cNvCxnSpPr>
            <a:cxnSpLocks/>
          </p:cNvCxnSpPr>
          <p:nvPr userDrawn="1"/>
        </p:nvCxnSpPr>
        <p:spPr>
          <a:xfrm>
            <a:off x="4332288" y="3114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ubtitle Placeholder">
            <a:extLst>
              <a:ext uri="{FF2B5EF4-FFF2-40B4-BE49-F238E27FC236}">
                <a16:creationId xmlns:a16="http://schemas.microsoft.com/office/drawing/2014/main" id="{4EC76E1F-10C6-EB87-1789-3A6D1F7C316E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6834456" y="2588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Description Placeholder">
            <a:extLst>
              <a:ext uri="{FF2B5EF4-FFF2-40B4-BE49-F238E27FC236}">
                <a16:creationId xmlns:a16="http://schemas.microsoft.com/office/drawing/2014/main" id="{1FF90B5F-0899-37CD-C5BF-7EA04ECAE7A3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6834456" y="3111010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2" name="Straight Connector">
            <a:extLst>
              <a:ext uri="{FF2B5EF4-FFF2-40B4-BE49-F238E27FC236}">
                <a16:creationId xmlns:a16="http://schemas.microsoft.com/office/drawing/2014/main" id="{1FAB1A88-4048-E680-6D84-F76C447220B7}"/>
              </a:ext>
            </a:extLst>
          </p:cNvPr>
          <p:cNvCxnSpPr>
            <a:cxnSpLocks/>
          </p:cNvCxnSpPr>
          <p:nvPr userDrawn="1"/>
        </p:nvCxnSpPr>
        <p:spPr>
          <a:xfrm>
            <a:off x="6834456" y="3114820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14">
            <a:extLst>
              <a:ext uri="{FF2B5EF4-FFF2-40B4-BE49-F238E27FC236}">
                <a16:creationId xmlns:a16="http://schemas.microsoft.com/office/drawing/2014/main" id="{ABCA63E7-675D-4115-FB80-069CACC217D0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9336625" y="995680"/>
            <a:ext cx="2268000" cy="1563136"/>
          </a:xfrm>
          <a:prstGeom prst="roundRect">
            <a:avLst>
              <a:gd name="adj" fmla="val 827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44" name="Subtitle Placeholder">
            <a:extLst>
              <a:ext uri="{FF2B5EF4-FFF2-40B4-BE49-F238E27FC236}">
                <a16:creationId xmlns:a16="http://schemas.microsoft.com/office/drawing/2014/main" id="{B75FD523-EF15-DF39-FA15-A8A5EFD76ACD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9336625" y="2588935"/>
            <a:ext cx="2268000" cy="525886"/>
          </a:xfrm>
        </p:spPr>
        <p:txBody>
          <a:bodyPr wrap="square" lIns="0" tIns="144000" rIns="0" bIns="72000" anchor="b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5" name="Description Placeholder">
            <a:extLst>
              <a:ext uri="{FF2B5EF4-FFF2-40B4-BE49-F238E27FC236}">
                <a16:creationId xmlns:a16="http://schemas.microsoft.com/office/drawing/2014/main" id="{E47F6469-D121-358B-A22B-69F8239BBB0F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9336625" y="3111769"/>
            <a:ext cx="2268000" cy="368031"/>
          </a:xfrm>
        </p:spPr>
        <p:txBody>
          <a:bodyPr lIns="0" tIns="144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6" name="Straight Connector">
            <a:extLst>
              <a:ext uri="{FF2B5EF4-FFF2-40B4-BE49-F238E27FC236}">
                <a16:creationId xmlns:a16="http://schemas.microsoft.com/office/drawing/2014/main" id="{1C771BFB-F306-8D17-9E15-47E57931FA73}"/>
              </a:ext>
            </a:extLst>
          </p:cNvPr>
          <p:cNvCxnSpPr>
            <a:cxnSpLocks/>
          </p:cNvCxnSpPr>
          <p:nvPr userDrawn="1"/>
        </p:nvCxnSpPr>
        <p:spPr>
          <a:xfrm>
            <a:off x="9336625" y="3115579"/>
            <a:ext cx="22680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23243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08V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7F1B061-678A-7A8E-4423-26E2BF399674}"/>
              </a:ext>
            </a:extLst>
          </p:cNvPr>
          <p:cNvSpPr/>
          <p:nvPr userDrawn="1"/>
        </p:nvSpPr>
        <p:spPr>
          <a:xfrm rot="5400000">
            <a:off x="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1313707"/>
            <a:ext cx="3524738" cy="313932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Объект 11">
            <a:extLst>
              <a:ext uri="{FF2B5EF4-FFF2-40B4-BE49-F238E27FC236}">
                <a16:creationId xmlns:a16="http://schemas.microsoft.com/office/drawing/2014/main" id="{0201EADE-ABF0-D899-6A5A-208D0B3F5316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332287" y="1304925"/>
            <a:ext cx="7257097" cy="4968256"/>
          </a:xfrm>
        </p:spPr>
        <p:txBody>
          <a:bodyPr/>
          <a:lstStyle>
            <a:lvl1pPr marL="22860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  <a:latin typeface="+mn-lt"/>
              </a:defRPr>
            </a:lvl1pPr>
            <a:lvl2pPr marL="68580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+mn-lt"/>
              </a:defRPr>
            </a:lvl2pPr>
            <a:lvl3pPr marL="1143000" indent="-228600">
              <a:lnSpc>
                <a:spcPct val="120000"/>
              </a:lnSpc>
              <a:spcAft>
                <a:spcPts val="1000"/>
              </a:spcAft>
              <a:buClr>
                <a:schemeClr val="accent1"/>
              </a:buClr>
              <a:buSzPct val="140000"/>
              <a:buFont typeface="Wingdings" panose="05000000000000000000" pitchFamily="2" charset="2"/>
              <a:buChar char="§"/>
              <a:defRPr sz="1000">
                <a:solidFill>
                  <a:schemeClr val="tx1"/>
                </a:solidFill>
                <a:latin typeface="+mn-lt"/>
              </a:defRPr>
            </a:lvl3pPr>
            <a:lvl4pPr>
              <a:buClr>
                <a:schemeClr val="accent1"/>
              </a:buClr>
              <a:buSzPct val="120000"/>
              <a:defRPr sz="1000"/>
            </a:lvl4pPr>
            <a:lvl5pPr>
              <a:buClr>
                <a:schemeClr val="accent1"/>
              </a:buClr>
              <a:buSzPct val="120000"/>
              <a:defRPr/>
            </a:lvl5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  <a:p>
            <a:pPr lvl="1"/>
            <a:r>
              <a:rPr lang="en-US" dirty="0"/>
              <a:t>Click to edit Master text</a:t>
            </a:r>
            <a:endParaRPr lang="ru-RU" dirty="0"/>
          </a:p>
          <a:p>
            <a:pPr lvl="2"/>
            <a:r>
              <a:rPr lang="en-US" dirty="0"/>
              <a:t>Click to edit Master text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94709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S09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931A4FE-CF2B-5A83-EDB7-1CB3FE750B81}"/>
              </a:ext>
            </a:extLst>
          </p:cNvPr>
          <p:cNvSpPr/>
          <p:nvPr userDrawn="1"/>
        </p:nvSpPr>
        <p:spPr>
          <a:xfrm>
            <a:off x="0" y="0"/>
            <a:ext cx="5413632" cy="5371380"/>
          </a:xfrm>
          <a:custGeom>
            <a:avLst/>
            <a:gdLst>
              <a:gd name="connsiteX0" fmla="*/ 3421546 w 5413632"/>
              <a:gd name="connsiteY0" fmla="*/ 0 h 5371380"/>
              <a:gd name="connsiteX1" fmla="*/ 5051386 w 5413632"/>
              <a:gd name="connsiteY1" fmla="*/ 0 h 5371380"/>
              <a:gd name="connsiteX2" fmla="*/ 5118144 w 5413632"/>
              <a:gd name="connsiteY2" fmla="*/ 147666 h 5371380"/>
              <a:gd name="connsiteX3" fmla="*/ 5413632 w 5413632"/>
              <a:gd name="connsiteY3" fmla="*/ 1611270 h 5371380"/>
              <a:gd name="connsiteX4" fmla="*/ 1653522 w 5413632"/>
              <a:gd name="connsiteY4" fmla="*/ 5371380 h 5371380"/>
              <a:gd name="connsiteX5" fmla="*/ 23359 w 5413632"/>
              <a:gd name="connsiteY5" fmla="*/ 5000592 h 5371380"/>
              <a:gd name="connsiteX6" fmla="*/ 0 w 5413632"/>
              <a:gd name="connsiteY6" fmla="*/ 4988629 h 5371380"/>
              <a:gd name="connsiteX7" fmla="*/ 0 w 5413632"/>
              <a:gd name="connsiteY7" fmla="*/ 3340893 h 5371380"/>
              <a:gd name="connsiteX8" fmla="*/ 130198 w 5413632"/>
              <a:gd name="connsiteY8" fmla="*/ 3459225 h 5371380"/>
              <a:gd name="connsiteX9" fmla="*/ 1653522 w 5413632"/>
              <a:gd name="connsiteY9" fmla="*/ 4006084 h 5371380"/>
              <a:gd name="connsiteX10" fmla="*/ 4048336 w 5413632"/>
              <a:gd name="connsiteY10" fmla="*/ 1611270 h 5371380"/>
              <a:gd name="connsiteX11" fmla="*/ 3501477 w 5413632"/>
              <a:gd name="connsiteY11" fmla="*/ 87946 h 5371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13632" h="5371380">
                <a:moveTo>
                  <a:pt x="3421546" y="0"/>
                </a:moveTo>
                <a:lnTo>
                  <a:pt x="5051386" y="0"/>
                </a:lnTo>
                <a:lnTo>
                  <a:pt x="5118144" y="147666"/>
                </a:lnTo>
                <a:cubicBezTo>
                  <a:pt x="5308416" y="597519"/>
                  <a:pt x="5413632" y="1092107"/>
                  <a:pt x="5413632" y="1611270"/>
                </a:cubicBezTo>
                <a:cubicBezTo>
                  <a:pt x="5413632" y="3687921"/>
                  <a:pt x="3730173" y="5371380"/>
                  <a:pt x="1653522" y="5371380"/>
                </a:cubicBezTo>
                <a:cubicBezTo>
                  <a:pt x="1069464" y="5371380"/>
                  <a:pt x="516508" y="5238216"/>
                  <a:pt x="23359" y="5000592"/>
                </a:cubicBezTo>
                <a:lnTo>
                  <a:pt x="0" y="4988629"/>
                </a:lnTo>
                <a:lnTo>
                  <a:pt x="0" y="3340893"/>
                </a:lnTo>
                <a:lnTo>
                  <a:pt x="130198" y="3459225"/>
                </a:lnTo>
                <a:cubicBezTo>
                  <a:pt x="544163" y="3800859"/>
                  <a:pt x="1074876" y="4006084"/>
                  <a:pt x="1653522" y="4006084"/>
                </a:cubicBezTo>
                <a:cubicBezTo>
                  <a:pt x="2976141" y="4006084"/>
                  <a:pt x="4048336" y="2933889"/>
                  <a:pt x="4048336" y="1611270"/>
                </a:cubicBezTo>
                <a:cubicBezTo>
                  <a:pt x="4048336" y="1032624"/>
                  <a:pt x="3843111" y="501911"/>
                  <a:pt x="3501477" y="8794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D444F5-D595-F88E-BEA6-68D6A4E86C07}"/>
              </a:ext>
            </a:extLst>
          </p:cNvPr>
          <p:cNvSpPr/>
          <p:nvPr userDrawn="1"/>
        </p:nvSpPr>
        <p:spPr>
          <a:xfrm>
            <a:off x="4332288" y="2789469"/>
            <a:ext cx="7859712" cy="105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Graphic" descr="Портфель со сплошной заливкой">
            <a:extLst>
              <a:ext uri="{FF2B5EF4-FFF2-40B4-BE49-F238E27FC236}">
                <a16:creationId xmlns:a16="http://schemas.microsoft.com/office/drawing/2014/main" id="{1D2A880B-8363-6BB1-EDBC-9D9AC3A0F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332287" y="2789469"/>
            <a:ext cx="7268061" cy="1051772"/>
          </a:xfrm>
        </p:spPr>
        <p:txBody>
          <a:bodyPr wrap="square" lIns="216000" tIns="216000" rIns="0" bIns="216000" anchor="ctr" anchorCtr="0">
            <a:no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1" y="2789469"/>
            <a:ext cx="3524737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4332287" y="3840669"/>
            <a:ext cx="7268060" cy="2435127"/>
          </a:xfrm>
        </p:spPr>
        <p:txBody>
          <a:bodyPr lIns="216000" tIns="216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602538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ize S10V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B6F9CFD-DF1F-4F59-20F6-FBA0B3288A34}"/>
              </a:ext>
            </a:extLst>
          </p:cNvPr>
          <p:cNvSpPr/>
          <p:nvPr userDrawn="1"/>
        </p:nvSpPr>
        <p:spPr>
          <a:xfrm>
            <a:off x="1008299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1618F2-D425-FDEB-D6DD-E5FF2B4F305E}"/>
              </a:ext>
            </a:extLst>
          </p:cNvPr>
          <p:cNvSpPr/>
          <p:nvPr userDrawn="1"/>
        </p:nvSpPr>
        <p:spPr>
          <a:xfrm>
            <a:off x="587375" y="2443677"/>
            <a:ext cx="3524400" cy="1659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8A5191-1DA4-77E3-0C28-2982E54C89F8}"/>
              </a:ext>
            </a:extLst>
          </p:cNvPr>
          <p:cNvSpPr/>
          <p:nvPr userDrawn="1"/>
        </p:nvSpPr>
        <p:spPr>
          <a:xfrm>
            <a:off x="4334975" y="2443677"/>
            <a:ext cx="3524400" cy="1659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DF8965-2EC1-19FE-7CAD-33F73DA088E0}"/>
              </a:ext>
            </a:extLst>
          </p:cNvPr>
          <p:cNvSpPr/>
          <p:nvPr userDrawn="1"/>
        </p:nvSpPr>
        <p:spPr>
          <a:xfrm>
            <a:off x="8082575" y="2443677"/>
            <a:ext cx="3524400" cy="1659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4B9E17C6-8EFF-03D0-72BA-CAC2B146B71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91650" y="4325666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450D951-48B5-4B7A-39FC-A2A9495054A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591650" y="4920445"/>
            <a:ext cx="3524400" cy="1365227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">
            <a:extLst>
              <a:ext uri="{FF2B5EF4-FFF2-40B4-BE49-F238E27FC236}">
                <a16:creationId xmlns:a16="http://schemas.microsoft.com/office/drawing/2014/main" id="{D1777AAF-73CE-C1C1-7928-7FBDA3E7B8AC}"/>
              </a:ext>
            </a:extLst>
          </p:cNvPr>
          <p:cNvCxnSpPr>
            <a:cxnSpLocks/>
          </p:cNvCxnSpPr>
          <p:nvPr userDrawn="1"/>
        </p:nvCxnSpPr>
        <p:spPr>
          <a:xfrm>
            <a:off x="587375" y="4924255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AEA1C9B3-88C7-3B0F-390A-D0EEBDF9044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334975" y="4324907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5381815-43BD-3213-AD6F-739525E6C136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4334975" y="4919685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8" name="Straight Connector">
            <a:extLst>
              <a:ext uri="{FF2B5EF4-FFF2-40B4-BE49-F238E27FC236}">
                <a16:creationId xmlns:a16="http://schemas.microsoft.com/office/drawing/2014/main" id="{5583D173-0551-EACB-AD0A-9833D7AB7A9E}"/>
              </a:ext>
            </a:extLst>
          </p:cNvPr>
          <p:cNvCxnSpPr>
            <a:cxnSpLocks/>
          </p:cNvCxnSpPr>
          <p:nvPr userDrawn="1"/>
        </p:nvCxnSpPr>
        <p:spPr>
          <a:xfrm>
            <a:off x="4334975" y="4923496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8082913" y="4324907"/>
            <a:ext cx="3524400" cy="598589"/>
          </a:xfrm>
        </p:spPr>
        <p:txBody>
          <a:bodyPr wrap="square" lIns="0" tIns="21600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8082913" y="4919685"/>
            <a:ext cx="3524400" cy="1364400"/>
          </a:xfrm>
        </p:spPr>
        <p:txBody>
          <a:bodyPr lIns="0" tIns="144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8082913" y="4923496"/>
            <a:ext cx="3524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arge Number Placeholder">
            <a:extLst>
              <a:ext uri="{FF2B5EF4-FFF2-40B4-BE49-F238E27FC236}">
                <a16:creationId xmlns:a16="http://schemas.microsoft.com/office/drawing/2014/main" id="{99E0EB3B-3BF6-3770-F5EB-6078C3B024F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87375" y="2888785"/>
            <a:ext cx="3524400" cy="769441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5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3" name="Medium Number Placeholder">
            <a:extLst>
              <a:ext uri="{FF2B5EF4-FFF2-40B4-BE49-F238E27FC236}">
                <a16:creationId xmlns:a16="http://schemas.microsoft.com/office/drawing/2014/main" id="{918D3A41-3573-1518-4FAA-B1B2C5D5EB7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4334975" y="2965729"/>
            <a:ext cx="3524400" cy="615553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4" name="Small Number Placeholder">
            <a:extLst>
              <a:ext uri="{FF2B5EF4-FFF2-40B4-BE49-F238E27FC236}">
                <a16:creationId xmlns:a16="http://schemas.microsoft.com/office/drawing/2014/main" id="{352F0AF2-C993-0954-DD8D-A7557D50C80E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8082575" y="3042673"/>
            <a:ext cx="3524400" cy="461665"/>
          </a:xfrm>
        </p:spPr>
        <p:txBody>
          <a:bodyPr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407708192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Size S10V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B6F9CFD-DF1F-4F59-20F6-FBA0B3288A34}"/>
              </a:ext>
            </a:extLst>
          </p:cNvPr>
          <p:cNvSpPr/>
          <p:nvPr userDrawn="1"/>
        </p:nvSpPr>
        <p:spPr>
          <a:xfrm>
            <a:off x="10082990" y="4748990"/>
            <a:ext cx="2109010" cy="2109010"/>
          </a:xfrm>
          <a:custGeom>
            <a:avLst/>
            <a:gdLst>
              <a:gd name="connsiteX0" fmla="*/ 2109010 w 2109010"/>
              <a:gd name="connsiteY0" fmla="*/ 0 h 2109010"/>
              <a:gd name="connsiteX1" fmla="*/ 2109010 w 2109010"/>
              <a:gd name="connsiteY1" fmla="*/ 765782 h 2109010"/>
              <a:gd name="connsiteX2" fmla="*/ 2109009 w 2109010"/>
              <a:gd name="connsiteY2" fmla="*/ 765782 h 2109010"/>
              <a:gd name="connsiteX3" fmla="*/ 765781 w 2109010"/>
              <a:gd name="connsiteY3" fmla="*/ 2109010 h 2109010"/>
              <a:gd name="connsiteX4" fmla="*/ 0 w 2109010"/>
              <a:gd name="connsiteY4" fmla="*/ 2109010 h 2109010"/>
              <a:gd name="connsiteX5" fmla="*/ 2109010 w 2109010"/>
              <a:gd name="connsiteY5" fmla="*/ 0 h 210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9010" h="2109010">
                <a:moveTo>
                  <a:pt x="2109010" y="0"/>
                </a:moveTo>
                <a:lnTo>
                  <a:pt x="2109010" y="765782"/>
                </a:lnTo>
                <a:lnTo>
                  <a:pt x="2109009" y="765782"/>
                </a:lnTo>
                <a:cubicBezTo>
                  <a:pt x="1367165" y="765782"/>
                  <a:pt x="765781" y="1367166"/>
                  <a:pt x="765781" y="2109010"/>
                </a:cubicBezTo>
                <a:lnTo>
                  <a:pt x="0" y="2109010"/>
                </a:lnTo>
                <a:cubicBezTo>
                  <a:pt x="0" y="944236"/>
                  <a:pt x="944236" y="0"/>
                  <a:pt x="210901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521E81F-5FA9-C43D-0F22-54ABF7247B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ED212FCF-C631-863D-054D-7E79546B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FCAEA69-6578-8D00-2821-DBC59AB8F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3950" y="1304925"/>
            <a:ext cx="5400675" cy="627864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sp>
        <p:nvSpPr>
          <p:cNvPr id="19" name="Subtitle Placeholder">
            <a:extLst>
              <a:ext uri="{FF2B5EF4-FFF2-40B4-BE49-F238E27FC236}">
                <a16:creationId xmlns:a16="http://schemas.microsoft.com/office/drawing/2014/main" id="{2257A3E1-20C0-B3E9-A2F2-2A4ACBA9F1F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203949" y="2185703"/>
            <a:ext cx="5392143" cy="380480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73756E2A-537D-0E02-F161-37AC5C510DC6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203950" y="2562371"/>
            <a:ext cx="5392800" cy="793926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1" name="Straight Connector">
            <a:extLst>
              <a:ext uri="{FF2B5EF4-FFF2-40B4-BE49-F238E27FC236}">
                <a16:creationId xmlns:a16="http://schemas.microsoft.com/office/drawing/2014/main" id="{F92E13FA-CACE-E780-DC8D-09B9DA9A94D0}"/>
              </a:ext>
            </a:extLst>
          </p:cNvPr>
          <p:cNvCxnSpPr>
            <a:cxnSpLocks/>
          </p:cNvCxnSpPr>
          <p:nvPr userDrawn="1"/>
        </p:nvCxnSpPr>
        <p:spPr>
          <a:xfrm>
            <a:off x="6203950" y="2566182"/>
            <a:ext cx="53928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2">
            <a:extLst>
              <a:ext uri="{FF2B5EF4-FFF2-40B4-BE49-F238E27FC236}">
                <a16:creationId xmlns:a16="http://schemas.microsoft.com/office/drawing/2014/main" id="{0868CE8C-10F8-DD47-5B4C-84E35DC53C4B}"/>
              </a:ext>
            </a:extLst>
          </p:cNvPr>
          <p:cNvSpPr/>
          <p:nvPr userDrawn="1"/>
        </p:nvSpPr>
        <p:spPr>
          <a:xfrm>
            <a:off x="595907" y="1309407"/>
            <a:ext cx="4961989" cy="4961989"/>
          </a:xfrm>
          <a:prstGeom prst="roundRect">
            <a:avLst>
              <a:gd name="adj" fmla="val 74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Rectangle: Rounded Corners 2">
            <a:extLst>
              <a:ext uri="{FF2B5EF4-FFF2-40B4-BE49-F238E27FC236}">
                <a16:creationId xmlns:a16="http://schemas.microsoft.com/office/drawing/2014/main" id="{9F82789E-05C7-1952-E2FA-A2CF9C67B082}"/>
              </a:ext>
            </a:extLst>
          </p:cNvPr>
          <p:cNvSpPr/>
          <p:nvPr userDrawn="1"/>
        </p:nvSpPr>
        <p:spPr>
          <a:xfrm>
            <a:off x="1424501" y="2966596"/>
            <a:ext cx="3304800" cy="3304800"/>
          </a:xfrm>
          <a:prstGeom prst="roundRect">
            <a:avLst>
              <a:gd name="adj" fmla="val 105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Rectangle: Rounded Corners 2">
            <a:extLst>
              <a:ext uri="{FF2B5EF4-FFF2-40B4-BE49-F238E27FC236}">
                <a16:creationId xmlns:a16="http://schemas.microsoft.com/office/drawing/2014/main" id="{F096B134-8B93-4825-FAFB-7FBFCADEFDB4}"/>
              </a:ext>
            </a:extLst>
          </p:cNvPr>
          <p:cNvSpPr/>
          <p:nvPr userDrawn="1"/>
        </p:nvSpPr>
        <p:spPr>
          <a:xfrm>
            <a:off x="1975301" y="4068196"/>
            <a:ext cx="2203200" cy="2203200"/>
          </a:xfrm>
          <a:prstGeom prst="roundRect">
            <a:avLst>
              <a:gd name="adj" fmla="val 1482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Large Number Placeholder">
            <a:extLst>
              <a:ext uri="{FF2B5EF4-FFF2-40B4-BE49-F238E27FC236}">
                <a16:creationId xmlns:a16="http://schemas.microsoft.com/office/drawing/2014/main" id="{D169FCED-13DC-C3B7-4500-1C52EDD88EC6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1744597" y="1751513"/>
            <a:ext cx="2664608" cy="769441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5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5" name="Medium Number Placeholder">
            <a:extLst>
              <a:ext uri="{FF2B5EF4-FFF2-40B4-BE49-F238E27FC236}">
                <a16:creationId xmlns:a16="http://schemas.microsoft.com/office/drawing/2014/main" id="{104AA7E8-A585-DBCD-FD26-5747A69665EE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1744597" y="3230052"/>
            <a:ext cx="2664608" cy="615553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4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26" name="Small Number Placeholder">
            <a:extLst>
              <a:ext uri="{FF2B5EF4-FFF2-40B4-BE49-F238E27FC236}">
                <a16:creationId xmlns:a16="http://schemas.microsoft.com/office/drawing/2014/main" id="{1A0256E8-88AB-A5C8-25D7-D10F7E78C09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1975301" y="4938964"/>
            <a:ext cx="2203200" cy="461665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32" name="Subtitle Placeholder">
            <a:extLst>
              <a:ext uri="{FF2B5EF4-FFF2-40B4-BE49-F238E27FC236}">
                <a16:creationId xmlns:a16="http://schemas.microsoft.com/office/drawing/2014/main" id="{DBF26ABA-6FC6-8690-FA9E-1C92D2C3FDF7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6237898" y="3644725"/>
            <a:ext cx="5392143" cy="380480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7E49C60-7C5E-B59B-AA85-5EDA668A9415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6237899" y="4021393"/>
            <a:ext cx="5392800" cy="795600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34" name="Straight Connector">
            <a:extLst>
              <a:ext uri="{FF2B5EF4-FFF2-40B4-BE49-F238E27FC236}">
                <a16:creationId xmlns:a16="http://schemas.microsoft.com/office/drawing/2014/main" id="{28A0EBC9-4983-D7C2-1064-E073785D0AED}"/>
              </a:ext>
            </a:extLst>
          </p:cNvPr>
          <p:cNvCxnSpPr>
            <a:cxnSpLocks/>
          </p:cNvCxnSpPr>
          <p:nvPr userDrawn="1"/>
        </p:nvCxnSpPr>
        <p:spPr>
          <a:xfrm>
            <a:off x="6237899" y="4025204"/>
            <a:ext cx="53928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ubtitle Placeholder">
            <a:extLst>
              <a:ext uri="{FF2B5EF4-FFF2-40B4-BE49-F238E27FC236}">
                <a16:creationId xmlns:a16="http://schemas.microsoft.com/office/drawing/2014/main" id="{12781F3B-E748-93F5-7C9E-83FE1FE0B758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6237898" y="5105422"/>
            <a:ext cx="5392143" cy="380480"/>
          </a:xfrm>
        </p:spPr>
        <p:txBody>
          <a:bodyPr wrap="square" lIns="144000" tIns="0" rIns="0" bIns="72000" anchor="t" anchorCtr="0">
            <a:spAutoFit/>
          </a:bodyPr>
          <a:lstStyle>
            <a:lvl1pPr marL="0" indent="0" algn="l">
              <a:spcBef>
                <a:spcPts val="600"/>
              </a:spcBef>
              <a:buNone/>
              <a:defRPr sz="2000" spc="0" baseline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3AB5ED40-4199-35CC-CA87-092668E9DD40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237899" y="5482090"/>
            <a:ext cx="5392800" cy="795600"/>
          </a:xfrm>
        </p:spPr>
        <p:txBody>
          <a:bodyPr lIns="144000" tIns="72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600"/>
              </a:spcBef>
              <a:buNone/>
              <a:defRPr sz="13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37" name="Straight Connector">
            <a:extLst>
              <a:ext uri="{FF2B5EF4-FFF2-40B4-BE49-F238E27FC236}">
                <a16:creationId xmlns:a16="http://schemas.microsoft.com/office/drawing/2014/main" id="{A9370B20-CDE4-6524-899D-56CD3EA6DC6A}"/>
              </a:ext>
            </a:extLst>
          </p:cNvPr>
          <p:cNvCxnSpPr>
            <a:cxnSpLocks/>
          </p:cNvCxnSpPr>
          <p:nvPr userDrawn="1"/>
        </p:nvCxnSpPr>
        <p:spPr>
          <a:xfrm>
            <a:off x="6237899" y="5485901"/>
            <a:ext cx="5392800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08479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 descr="Портфель со сплошной заливкой">
            <a:extLst>
              <a:ext uri="{FF2B5EF4-FFF2-40B4-BE49-F238E27FC236}">
                <a16:creationId xmlns:a16="http://schemas.microsoft.com/office/drawing/2014/main" id="{881BE5A8-3084-DAF6-419E-8188E2784A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F839E024-FBF6-D9B7-75E7-FD5D4C2AA1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D9706D-CD18-29CC-50F3-9F4BC8ADF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1650" y="1313707"/>
            <a:ext cx="11012975" cy="12557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5000"/>
              </a:lnSpc>
              <a:defRPr sz="4800" b="1" spc="0">
                <a:solidFill>
                  <a:schemeClr val="tx1"/>
                </a:solidFill>
                <a:latin typeface="Bahnschrif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11137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" descr="Портфель со сплошной заливкой">
            <a:extLst>
              <a:ext uri="{FF2B5EF4-FFF2-40B4-BE49-F238E27FC236}">
                <a16:creationId xmlns:a16="http://schemas.microsoft.com/office/drawing/2014/main" id="{C78C3DDD-916D-70F6-DE6F-D75DED6249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328" y="480357"/>
            <a:ext cx="360000" cy="360000"/>
          </a:xfrm>
          <a:prstGeom prst="rect">
            <a:avLst/>
          </a:prstGeom>
        </p:spPr>
      </p:pic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382C0452-B86B-DF88-DCEB-6364450FC6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87588" y="572328"/>
            <a:ext cx="4900462" cy="207749"/>
          </a:xfrm>
        </p:spPr>
        <p:txBody>
          <a:bodyPr wrap="square" lIns="0" tIns="0" rIns="0" bIns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>
                <a:solidFill>
                  <a:schemeClr val="tx1">
                    <a:alpha val="35000"/>
                  </a:schemeClr>
                </a:solidFill>
              </a:defRPr>
            </a:lvl1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049548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84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slideLayout" Target="../slideLayouts/slideLayout61.xml"/><Relationship Id="rId55" Type="http://schemas.openxmlformats.org/officeDocument/2006/relationships/slideLayout" Target="../slideLayouts/slideLayout66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slideLayout" Target="../slideLayouts/slideLayout64.xml"/><Relationship Id="rId58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56" Type="http://schemas.openxmlformats.org/officeDocument/2006/relationships/slideLayout" Target="../slideLayouts/slideLayout67.xml"/><Relationship Id="rId8" Type="http://schemas.openxmlformats.org/officeDocument/2006/relationships/slideLayout" Target="../slideLayouts/slideLayout19.xml"/><Relationship Id="rId51" Type="http://schemas.openxmlformats.org/officeDocument/2006/relationships/slideLayout" Target="../slideLayouts/slideLayout62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59" Type="http://schemas.openxmlformats.org/officeDocument/2006/relationships/image" Target="../media/image1.jpeg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65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57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485821-1E48-257A-52B8-BD747434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CB07E-5014-4D54-B702-437167EBB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6B42A-C394-4E22-9556-0486951A0E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FBAC8-8B02-362F-95BE-A5977E8296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2B78D-6BEB-186E-7157-E3C6302E0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8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BC626-9493-4173-4785-B4E4251F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207" y="566333"/>
            <a:ext cx="11007418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0C7E-C392-88D5-6F37-5427AF82E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207" y="1825625"/>
            <a:ext cx="11007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E09F05A8-3E39-B0B1-3CD9-3F55B5F2E712}"/>
              </a:ext>
            </a:extLst>
          </p:cNvPr>
          <p:cNvSpPr txBox="1">
            <a:spLocks/>
          </p:cNvSpPr>
          <p:nvPr userDrawn="1"/>
        </p:nvSpPr>
        <p:spPr>
          <a:xfrm>
            <a:off x="11000187" y="572328"/>
            <a:ext cx="594606" cy="20005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F6F24BE-8BEB-403A-BDCC-38E201D0662D}" type="slidenum">
              <a:rPr lang="en-ID" smtClean="0">
                <a:solidFill>
                  <a:schemeClr val="tx1">
                    <a:alpha val="35000"/>
                  </a:schemeClr>
                </a:solidFill>
              </a:rPr>
              <a:pPr/>
              <a:t>‹#›</a:t>
            </a:fld>
            <a:endParaRPr lang="en-ID" dirty="0">
              <a:solidFill>
                <a:schemeClr val="tx1">
                  <a:alpha val="3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E88FD4-43FA-F80D-DA99-3B57A0B99735}"/>
              </a:ext>
            </a:extLst>
          </p:cNvPr>
          <p:cNvPicPr>
            <a:picLocks noChangeAspect="1"/>
          </p:cNvPicPr>
          <p:nvPr userDrawn="1"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625" y="6377199"/>
            <a:ext cx="1772000" cy="43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0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64" r:id="rId2"/>
    <p:sldLayoutId id="2147483875" r:id="rId3"/>
    <p:sldLayoutId id="2147483865" r:id="rId4"/>
    <p:sldLayoutId id="2147483876" r:id="rId5"/>
    <p:sldLayoutId id="2147483877" r:id="rId6"/>
    <p:sldLayoutId id="2147483870" r:id="rId7"/>
    <p:sldLayoutId id="2147483868" r:id="rId8"/>
    <p:sldLayoutId id="2147483874" r:id="rId9"/>
    <p:sldLayoutId id="2147483878" r:id="rId10"/>
    <p:sldLayoutId id="2147483879" r:id="rId11"/>
    <p:sldLayoutId id="2147483853" r:id="rId12"/>
    <p:sldLayoutId id="2147483854" r:id="rId13"/>
    <p:sldLayoutId id="2147483880" r:id="rId14"/>
    <p:sldLayoutId id="2147483881" r:id="rId15"/>
    <p:sldLayoutId id="2147483858" r:id="rId16"/>
    <p:sldLayoutId id="2147483882" r:id="rId17"/>
    <p:sldLayoutId id="2147483883" r:id="rId18"/>
    <p:sldLayoutId id="2147483860" r:id="rId19"/>
    <p:sldLayoutId id="2147483862" r:id="rId20"/>
    <p:sldLayoutId id="2147483886" r:id="rId21"/>
    <p:sldLayoutId id="2147483887" r:id="rId22"/>
    <p:sldLayoutId id="2147483888" r:id="rId23"/>
    <p:sldLayoutId id="2147483890" r:id="rId24"/>
    <p:sldLayoutId id="2147483891" r:id="rId25"/>
    <p:sldLayoutId id="2147483892" r:id="rId26"/>
    <p:sldLayoutId id="2147483894" r:id="rId27"/>
    <p:sldLayoutId id="2147483896" r:id="rId28"/>
    <p:sldLayoutId id="2147483897" r:id="rId29"/>
    <p:sldLayoutId id="2147483924" r:id="rId30"/>
    <p:sldLayoutId id="2147483925" r:id="rId31"/>
    <p:sldLayoutId id="2147483926" r:id="rId32"/>
    <p:sldLayoutId id="2147483927" r:id="rId33"/>
    <p:sldLayoutId id="2147483901" r:id="rId34"/>
    <p:sldLayoutId id="2147483902" r:id="rId35"/>
    <p:sldLayoutId id="2147483903" r:id="rId36"/>
    <p:sldLayoutId id="2147483905" r:id="rId37"/>
    <p:sldLayoutId id="2147483906" r:id="rId38"/>
    <p:sldLayoutId id="2147483907" r:id="rId39"/>
    <p:sldLayoutId id="2147483908" r:id="rId40"/>
    <p:sldLayoutId id="2147483909" r:id="rId41"/>
    <p:sldLayoutId id="2147483910" r:id="rId42"/>
    <p:sldLayoutId id="2147483911" r:id="rId43"/>
    <p:sldLayoutId id="2147483912" r:id="rId44"/>
    <p:sldLayoutId id="2147483913" r:id="rId45"/>
    <p:sldLayoutId id="2147483914" r:id="rId46"/>
    <p:sldLayoutId id="2147483915" r:id="rId47"/>
    <p:sldLayoutId id="2147483916" r:id="rId48"/>
    <p:sldLayoutId id="2147483917" r:id="rId49"/>
    <p:sldLayoutId id="2147483919" r:id="rId50"/>
    <p:sldLayoutId id="2147483920" r:id="rId51"/>
    <p:sldLayoutId id="2147483921" r:id="rId52"/>
    <p:sldLayoutId id="2147483922" r:id="rId53"/>
    <p:sldLayoutId id="2147483923" r:id="rId54"/>
    <p:sldLayoutId id="2147483825" r:id="rId55"/>
    <p:sldLayoutId id="2147483826" r:id="rId56"/>
    <p:sldLayoutId id="2147483928" r:id="rId5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8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70" userDrawn="1">
          <p15:clr>
            <a:srgbClr val="F26B43"/>
          </p15:clr>
        </p15:guide>
        <p15:guide id="4" pos="7310" userDrawn="1">
          <p15:clr>
            <a:srgbClr val="F26B43"/>
          </p15:clr>
        </p15:guide>
        <p15:guide id="5" orient="horz" pos="368" userDrawn="1">
          <p15:clr>
            <a:srgbClr val="F26B43"/>
          </p15:clr>
        </p15:guide>
        <p15:guide id="6" orient="horz" pos="3952" userDrawn="1">
          <p15:clr>
            <a:srgbClr val="F26B43"/>
          </p15:clr>
        </p15:guide>
        <p15:guide id="12" pos="2003" userDrawn="1">
          <p15:clr>
            <a:srgbClr val="A4A3A4"/>
          </p15:clr>
        </p15:guide>
        <p15:guide id="13" pos="2139" userDrawn="1">
          <p15:clr>
            <a:srgbClr val="A4A3A4"/>
          </p15:clr>
        </p15:guide>
        <p15:guide id="14" pos="5541" userDrawn="1">
          <p15:clr>
            <a:srgbClr val="A4A3A4"/>
          </p15:clr>
        </p15:guide>
        <p15:guide id="15" pos="5677" userDrawn="1">
          <p15:clr>
            <a:srgbClr val="A4A3A4"/>
          </p15:clr>
        </p15:guide>
        <p15:guide id="16" pos="3772" userDrawn="1">
          <p15:clr>
            <a:srgbClr val="A4A3A4"/>
          </p15:clr>
        </p15:guide>
        <p15:guide id="17" pos="3908" userDrawn="1">
          <p15:clr>
            <a:srgbClr val="A4A3A4"/>
          </p15:clr>
        </p15:guide>
        <p15:guide id="18" pos="2593" userDrawn="1">
          <p15:clr>
            <a:srgbClr val="9FCC3B"/>
          </p15:clr>
        </p15:guide>
        <p15:guide id="19" pos="2729" userDrawn="1">
          <p15:clr>
            <a:srgbClr val="9FCC3B"/>
          </p15:clr>
        </p15:guide>
        <p15:guide id="20" pos="4951" userDrawn="1">
          <p15:clr>
            <a:srgbClr val="9FCC3B"/>
          </p15:clr>
        </p15:guide>
        <p15:guide id="21" pos="5087" userDrawn="1">
          <p15:clr>
            <a:srgbClr val="9FCC3B"/>
          </p15:clr>
        </p15:guide>
        <p15:guide id="22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 3" descr="Box Packages">
            <a:extLst>
              <a:ext uri="{FF2B5EF4-FFF2-40B4-BE49-F238E27FC236}">
                <a16:creationId xmlns:a16="http://schemas.microsoft.com/office/drawing/2014/main" id="{D692D46F-B99E-24EB-E9E8-3753D28879B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-1" b="283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2AE285-D190-0953-A2E6-9A9B4445BC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14400"/>
            <a:ext cx="4892948" cy="342786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600" dirty="0">
                <a:solidFill>
                  <a:srgbClr val="FFFFFF"/>
                </a:solidFill>
              </a:rPr>
              <a:t>Literature Review: </a:t>
            </a:r>
            <a:r>
              <a:rPr lang="en-US" sz="4600" dirty="0" err="1">
                <a:solidFill>
                  <a:srgbClr val="FFFFFF"/>
                </a:solidFill>
              </a:rPr>
              <a:t>TinyML</a:t>
            </a:r>
            <a:r>
              <a:rPr lang="en-US" sz="4600" dirty="0">
                <a:solidFill>
                  <a:srgbClr val="FFFFFF"/>
                </a:solidFill>
              </a:rPr>
              <a:t>-Based Smart Intrusion Detection System with ESP32</a:t>
            </a:r>
            <a:endParaRPr lang="en-PK" sz="4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C29718-1E57-BA43-6422-16975AC1F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970" y="5253051"/>
            <a:ext cx="4892948" cy="812923"/>
          </a:xfrm>
        </p:spPr>
        <p:txBody>
          <a:bodyPr anchor="t">
            <a:normAutofit fontScale="55000" lnSpcReduction="2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BSCE22004</a:t>
            </a:r>
          </a:p>
          <a:p>
            <a:r>
              <a:rPr lang="en-US" dirty="0">
                <a:solidFill>
                  <a:srgbClr val="FFFFFF"/>
                </a:solidFill>
              </a:rPr>
              <a:t>BSCE22025</a:t>
            </a:r>
          </a:p>
          <a:p>
            <a:r>
              <a:rPr lang="en-US" dirty="0">
                <a:solidFill>
                  <a:srgbClr val="FFFFFF"/>
                </a:solidFill>
              </a:rPr>
              <a:t>BSCE22048</a:t>
            </a:r>
            <a:endParaRPr lang="en-PK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74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3474A-2558-3F80-5FF5-21358AF7E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Key Enabling Technologies</a:t>
            </a:r>
            <a:endParaRPr lang="en-PK" sz="52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131E4D-CA31-7B3A-E50C-A350A6EAA5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76278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532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A5AF3E-4A7F-4C68-2184-54475E66F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Energy Efficiency Considerations</a:t>
            </a:r>
            <a:endParaRPr lang="en-PK" sz="4000">
              <a:solidFill>
                <a:srgbClr val="FFFFFF"/>
              </a:solidFill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1EF87790-FC68-4B7A-C2E0-146FF5501F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834666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8770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184346-0BB1-168B-B490-8D0EF55A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ESP32 Platform for Embedded Vision</a:t>
            </a:r>
          </a:p>
        </p:txBody>
      </p:sp>
      <p:pic>
        <p:nvPicPr>
          <p:cNvPr id="6" name="Graphic 5" descr="Eye">
            <a:extLst>
              <a:ext uri="{FF2B5EF4-FFF2-40B4-BE49-F238E27FC236}">
                <a16:creationId xmlns:a16="http://schemas.microsoft.com/office/drawing/2014/main" id="{2350BAF1-B275-F6AA-50B3-4ACBA6DF4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52775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EA3633-1727-5D67-266D-6C51440C9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ES32 ARCHITECTURE </a:t>
            </a:r>
            <a:endParaRPr lang="en-PK" sz="5400"/>
          </a:p>
        </p:txBody>
      </p:sp>
      <p:sp>
        <p:nvSpPr>
          <p:cNvPr id="4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06374-D7B7-10D9-3FA3-15E4C3AB6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1700"/>
              <a:t>Why esp32?</a:t>
            </a:r>
          </a:p>
          <a:p>
            <a:pPr marL="265176" lvl="1" indent="0">
              <a:buNone/>
            </a:pPr>
            <a:r>
              <a:rPr lang="en-US" sz="1700"/>
              <a:t>          Combines processing power, wireless connectivity, and affordability — ideal for embedded  ML.</a:t>
            </a:r>
          </a:p>
          <a:p>
            <a:r>
              <a:rPr lang="en-US" sz="1700"/>
              <a:t>Core specs</a:t>
            </a:r>
          </a:p>
          <a:p>
            <a:r>
              <a:rPr lang="en-US" sz="1700"/>
              <a:t>Dual-core 32-bit processor @ 240 MHz</a:t>
            </a:r>
          </a:p>
          <a:p>
            <a:r>
              <a:rPr lang="en-US" sz="1700"/>
              <a:t>520 KB SRAM + up to 16 MB external flash</a:t>
            </a:r>
          </a:p>
          <a:p>
            <a:r>
              <a:rPr lang="en-US" sz="1700"/>
              <a:t>Parallel processing: one core for networking, one for inference</a:t>
            </a:r>
          </a:p>
          <a:p>
            <a:pPr marL="0" indent="0">
              <a:buNone/>
            </a:pPr>
            <a:r>
              <a:rPr lang="en-US" sz="1700" b="1"/>
              <a:t>      ESP32-CAM Variant</a:t>
            </a:r>
            <a:endParaRPr lang="en-US" sz="1700"/>
          </a:p>
          <a:p>
            <a:r>
              <a:rPr lang="en-US" sz="1700"/>
              <a:t>Integrated OV2640 camera (2 MP)</a:t>
            </a:r>
          </a:p>
          <a:p>
            <a:r>
              <a:rPr lang="en-US" sz="1700"/>
              <a:t>Supports UXGA (1600×1200), SVGA (800×600), and TinyML-optimized 96×96 resolution</a:t>
            </a:r>
          </a:p>
          <a:p>
            <a:r>
              <a:rPr lang="en-US" sz="1700"/>
              <a:t>Tailored for vision-based ML tasks</a:t>
            </a:r>
          </a:p>
          <a:p>
            <a:pPr marL="0" indent="0">
              <a:buNone/>
            </a:pPr>
            <a:endParaRPr lang="en-US" sz="1700"/>
          </a:p>
        </p:txBody>
      </p:sp>
      <p:pic>
        <p:nvPicPr>
          <p:cNvPr id="23" name="Picture 22" descr="Glowing circuit board">
            <a:extLst>
              <a:ext uri="{FF2B5EF4-FFF2-40B4-BE49-F238E27FC236}">
                <a16:creationId xmlns:a16="http://schemas.microsoft.com/office/drawing/2014/main" id="{EC8548CA-00BE-FB1F-943F-47F29785E9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38" r="7846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373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7FBC3E-5182-7D9E-4837-22D7B4B4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Computational Capabilities and Limitations (ESP32)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6815B-895E-92AD-0048-973C05E3B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2514" y="319088"/>
            <a:ext cx="7301321" cy="63973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 Processing Bottlenecks</a:t>
            </a:r>
            <a:r>
              <a:rPr lang="en-US" sz="2400" dirty="0"/>
              <a:t> </a:t>
            </a:r>
          </a:p>
          <a:p>
            <a:pPr marL="457200" lvl="1" indent="0">
              <a:buNone/>
            </a:pPr>
            <a:r>
              <a:rPr lang="en-US" dirty="0"/>
              <a:t>    Complex vision models overwhelm ESP32, causing low frame rates (1–3   FPS) and inference delays.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/>
              <a:t> Memory Constraints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       Limited SRAM restricts neural network size and   complexity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Camera Initialization Issues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Frequent errors: “camera </a:t>
            </a:r>
            <a:r>
              <a:rPr lang="en-US" sz="2400" dirty="0" err="1"/>
              <a:t>init</a:t>
            </a:r>
            <a:r>
              <a:rPr lang="en-US" sz="2400" dirty="0"/>
              <a:t> failed,” brownout detection, and frame buffer timeouts</a:t>
            </a:r>
          </a:p>
        </p:txBody>
      </p:sp>
    </p:spTree>
    <p:extLst>
      <p:ext uri="{BB962C8B-B14F-4D97-AF65-F5344CB8AC3E}">
        <p14:creationId xmlns:p14="http://schemas.microsoft.com/office/powerpoint/2010/main" val="1689800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AACA909F-0E47-88A0-6641-EA62B26698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773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441D3C-E002-0616-4345-48E3F2EA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700"/>
              <a:t>Successful Implementation Strategies (ESP32 Vision)</a:t>
            </a:r>
            <a:br>
              <a:rPr lang="en-US" sz="3700" b="1"/>
            </a:br>
            <a:endParaRPr lang="en-PK" sz="3700" dirty="0"/>
          </a:p>
        </p:txBody>
      </p:sp>
      <p:graphicFrame>
        <p:nvGraphicFramePr>
          <p:cNvPr id="19" name="Rectangle 8">
            <a:extLst>
              <a:ext uri="{FF2B5EF4-FFF2-40B4-BE49-F238E27FC236}">
                <a16:creationId xmlns:a16="http://schemas.microsoft.com/office/drawing/2014/main" id="{5E4FAFDE-9E59-1B63-7047-45951C642B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4194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53063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94A126-93BE-77A7-229C-FC346F081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Mobile Architecture</a:t>
            </a:r>
            <a:endParaRPr lang="en-PK" sz="5400" dirty="0"/>
          </a:p>
        </p:txBody>
      </p:sp>
      <p:sp>
        <p:nvSpPr>
          <p:cNvPr id="4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1ADA7F4-4E27-6E98-0C3B-CB11A84482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3"/>
            <a:ext cx="10684764" cy="475792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r>
              <a:rPr lang="en-US" sz="2200" b="1" dirty="0" err="1"/>
              <a:t>MobileNet</a:t>
            </a:r>
            <a:r>
              <a:rPr lang="en-US" sz="2200" b="1" dirty="0"/>
              <a:t> &amp; </a:t>
            </a:r>
            <a:r>
              <a:rPr lang="en-US" sz="2200" b="1" dirty="0" err="1"/>
              <a:t>MobileNet</a:t>
            </a:r>
            <a:r>
              <a:rPr lang="en-US" sz="2200" b="1" dirty="0"/>
              <a:t>-SSD: </a:t>
            </a:r>
            <a:r>
              <a:rPr lang="en-US" sz="2200" dirty="0"/>
              <a:t>Efficient use of </a:t>
            </a:r>
            <a:r>
              <a:rPr lang="en-US" sz="2200" dirty="0" err="1"/>
              <a:t>depthwise</a:t>
            </a:r>
            <a:r>
              <a:rPr lang="en-US" sz="2200" dirty="0"/>
              <a:t> separable convolutions makes </a:t>
            </a:r>
            <a:r>
              <a:rPr lang="en-US" sz="2200" dirty="0" err="1"/>
              <a:t>MobileNet</a:t>
            </a:r>
            <a:r>
              <a:rPr lang="en-US" sz="2200" dirty="0"/>
              <a:t> ideal for embedded vision. Used with SSD for real-time detection, achieving over 99% precision for vehicles and 97–99% for person detection in controlled settings. Performance drops in variable lighting and occlusion conditions.​</a:t>
            </a:r>
          </a:p>
          <a:p>
            <a:pPr marL="0" indent="0">
              <a:buNone/>
            </a:pPr>
            <a:endParaRPr lang="en-US" sz="2200" dirty="0"/>
          </a:p>
          <a:p>
            <a:r>
              <a:rPr lang="en-US" sz="2200" b="1" dirty="0"/>
              <a:t>FOMO (Faster Objects, More Objects): </a:t>
            </a:r>
            <a:r>
              <a:rPr lang="en-US" sz="2200" dirty="0"/>
              <a:t>Designed for resource-constrained devices, FOMO predicts object centers rather than bounding boxes, reducing computational cost. Microcontroller tests show F1 scores of 58–95% with inference latency below 1 </a:t>
            </a:r>
            <a:r>
              <a:rPr lang="en-US" sz="2200" dirty="0" err="1"/>
              <a:t>ms.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r>
              <a:rPr lang="en-US" sz="2200" b="1" dirty="0" err="1"/>
              <a:t>TinyYOLO</a:t>
            </a:r>
            <a:r>
              <a:rPr lang="en-US" sz="2200" b="1" dirty="0"/>
              <a:t> &amp; YOLOv5/v8: </a:t>
            </a:r>
            <a:r>
              <a:rPr lang="en-US" sz="2200" dirty="0"/>
              <a:t>YOLO frameworks provide excellent detection, but require careful optimization for microcontrollers. </a:t>
            </a:r>
            <a:r>
              <a:rPr lang="en-US" sz="2200" dirty="0" err="1"/>
              <a:t>TinysissimoYOLO</a:t>
            </a:r>
            <a:r>
              <a:rPr lang="en-US" sz="2200" dirty="0"/>
              <a:t> achieves efficient inference (~3 FPS) with low error counts on edge devices. </a:t>
            </a:r>
            <a:r>
              <a:rPr lang="en-US" sz="2200" dirty="0" err="1"/>
              <a:t>TinyML</a:t>
            </a:r>
            <a:r>
              <a:rPr lang="en-US" sz="2200" dirty="0"/>
              <a:t> studies show FOMO is generally more efficient on constrained platforms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011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9076A9-A9F0-57F1-D3A5-718744AF7D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ABDAFB-AC19-B23B-DE89-E9871EB00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600427"/>
            <a:ext cx="9875520" cy="3299902"/>
          </a:xfrm>
        </p:spPr>
        <p:txBody>
          <a:bodyPr>
            <a:normAutofit/>
          </a:bodyPr>
          <a:lstStyle/>
          <a:p>
            <a:pPr algn="l"/>
            <a:r>
              <a:rPr lang="en-US" sz="7600">
                <a:solidFill>
                  <a:srgbClr val="FFFFFF"/>
                </a:solidFill>
              </a:rPr>
              <a:t> Communication Protocols and WhatsApp Integration </a:t>
            </a:r>
            <a:endParaRPr lang="en-PK" sz="7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09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6FA99-DB00-3A75-F20F-6F3644A82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Messaging API Integration for ESP32</a:t>
            </a:r>
            <a:endParaRPr lang="en-PK" sz="5400"/>
          </a:p>
        </p:txBody>
      </p:sp>
      <p:sp>
        <p:nvSpPr>
          <p:cNvPr id="3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DEC34-1FFE-F410-2E94-A059CC463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500" b="1" dirty="0" err="1"/>
              <a:t>CallMeBot</a:t>
            </a:r>
            <a:r>
              <a:rPr lang="en-US" sz="1500" b="1" dirty="0"/>
              <a:t> API</a:t>
            </a:r>
          </a:p>
          <a:p>
            <a:pPr marL="0" indent="0">
              <a:buNone/>
            </a:pPr>
            <a:r>
              <a:rPr lang="en-US" sz="1500" b="1" dirty="0"/>
              <a:t>Function: </a:t>
            </a:r>
            <a:r>
              <a:rPr lang="en-US" sz="1500" dirty="0"/>
              <a:t>Provides a straightforward HTTP-based API for sending WhatsApp messages from embedded devices.</a:t>
            </a:r>
          </a:p>
          <a:p>
            <a:pPr marL="0" indent="0">
              <a:buNone/>
            </a:pPr>
            <a:r>
              <a:rPr lang="en-US" sz="1500" b="1" dirty="0"/>
              <a:t>Setup: </a:t>
            </a:r>
            <a:r>
              <a:rPr lang="en-US" sz="1500" dirty="0"/>
              <a:t>Requires registration of the target phone number and generating an API key.</a:t>
            </a:r>
          </a:p>
          <a:p>
            <a:pPr marL="0" indent="0">
              <a:buNone/>
            </a:pPr>
            <a:r>
              <a:rPr lang="en-US" sz="1500" b="1" dirty="0"/>
              <a:t>Mechanism: </a:t>
            </a:r>
            <a:r>
              <a:rPr lang="en-US" sz="1500" dirty="0"/>
              <a:t>ESP32 uses HTTP POST requests with URL-encoded content.</a:t>
            </a:r>
          </a:p>
          <a:p>
            <a:pPr marL="0" indent="0">
              <a:buNone/>
            </a:pPr>
            <a:r>
              <a:rPr lang="en-US" sz="1500" b="1" dirty="0"/>
              <a:t>Capabilities:</a:t>
            </a:r>
            <a:r>
              <a:rPr lang="en-US" sz="1500" dirty="0"/>
              <a:t> Supports text and basic alert transmission.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⚠️ Limitations &amp; Alternatives</a:t>
            </a:r>
          </a:p>
          <a:p>
            <a:r>
              <a:rPr lang="en-US" sz="1500" dirty="0" err="1"/>
              <a:t>CallMeBot</a:t>
            </a:r>
            <a:r>
              <a:rPr lang="en-US" sz="1500" dirty="0"/>
              <a:t> imposes </a:t>
            </a:r>
            <a:r>
              <a:rPr lang="en-US" sz="1500" b="1" dirty="0"/>
              <a:t>rate limits</a:t>
            </a:r>
            <a:r>
              <a:rPr lang="en-US" sz="1500" dirty="0"/>
              <a:t> and may have </a:t>
            </a:r>
            <a:r>
              <a:rPr lang="en-US" sz="1500" b="1" dirty="0"/>
              <a:t>reliability issues</a:t>
            </a:r>
            <a:r>
              <a:rPr lang="en-US" sz="1500" dirty="0"/>
              <a:t> during high-volume usage</a:t>
            </a:r>
          </a:p>
          <a:p>
            <a:r>
              <a:rPr lang="en-US" sz="1500" dirty="0"/>
              <a:t>Image Processing not supported</a:t>
            </a:r>
          </a:p>
          <a:p>
            <a:pPr marL="0" indent="0">
              <a:buNone/>
            </a:pPr>
            <a:endParaRPr lang="en-US" sz="1500" dirty="0"/>
          </a:p>
        </p:txBody>
      </p:sp>
      <p:pic>
        <p:nvPicPr>
          <p:cNvPr id="14" name="Picture 13" descr="Computer script on a screen">
            <a:extLst>
              <a:ext uri="{FF2B5EF4-FFF2-40B4-BE49-F238E27FC236}">
                <a16:creationId xmlns:a16="http://schemas.microsoft.com/office/drawing/2014/main" id="{5F95360A-86D9-8175-3683-7A8FB9735B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5784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93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2C51C7-508F-05B6-999B-18673C86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Alternatives </a:t>
            </a:r>
            <a:endParaRPr lang="en-PK" sz="5400"/>
          </a:p>
        </p:txBody>
      </p:sp>
      <p:pic>
        <p:nvPicPr>
          <p:cNvPr id="16" name="Picture 15" descr="Network Technology Background">
            <a:extLst>
              <a:ext uri="{FF2B5EF4-FFF2-40B4-BE49-F238E27FC236}">
                <a16:creationId xmlns:a16="http://schemas.microsoft.com/office/drawing/2014/main" id="{FDD04090-A1E3-D436-710D-8BAE09496E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381" r="13060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0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DA2AF-A16D-FB87-3A05-EEC4F3D0A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/>
              <a:t>Telegram Bot API</a:t>
            </a:r>
          </a:p>
          <a:p>
            <a:r>
              <a:rPr lang="en-US" sz="1500"/>
              <a:t>Offers more </a:t>
            </a:r>
            <a:r>
              <a:rPr lang="en-US" sz="1500" b="1"/>
              <a:t>robust programmatic access</a:t>
            </a:r>
            <a:r>
              <a:rPr lang="en-US" sz="1500"/>
              <a:t>.</a:t>
            </a:r>
          </a:p>
          <a:p>
            <a:r>
              <a:rPr lang="en-US" sz="1500"/>
              <a:t>Supports </a:t>
            </a:r>
            <a:r>
              <a:rPr lang="en-US" sz="1500" b="1"/>
              <a:t>image transmission</a:t>
            </a:r>
            <a:r>
              <a:rPr lang="en-US" sz="1500"/>
              <a:t> alongside text.</a:t>
            </a:r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 b="1"/>
              <a:t>MQTT Publish-Subscribe </a:t>
            </a:r>
          </a:p>
          <a:p>
            <a:r>
              <a:rPr lang="en-US" sz="1500"/>
              <a:t>Enables </a:t>
            </a:r>
            <a:r>
              <a:rPr lang="en-US" sz="1500" b="1"/>
              <a:t>decoupled communication</a:t>
            </a:r>
            <a:r>
              <a:rPr lang="en-US" sz="1500"/>
              <a:t> between IoT devices and notification services.</a:t>
            </a:r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 b="1"/>
              <a:t>SMS via GSM Modules</a:t>
            </a:r>
          </a:p>
          <a:p>
            <a:r>
              <a:rPr lang="en-US" sz="1500"/>
              <a:t>Provides notification </a:t>
            </a:r>
            <a:r>
              <a:rPr lang="en-US" sz="1500" b="1"/>
              <a:t>independent of internet connectivity</a:t>
            </a:r>
            <a:r>
              <a:rPr lang="en-US" sz="1500"/>
              <a:t> (but at a higher cost).</a:t>
            </a:r>
          </a:p>
          <a:p>
            <a:endParaRPr lang="en-PK" sz="1500" b="1"/>
          </a:p>
        </p:txBody>
      </p:sp>
    </p:spTree>
    <p:extLst>
      <p:ext uri="{BB962C8B-B14F-4D97-AF65-F5344CB8AC3E}">
        <p14:creationId xmlns:p14="http://schemas.microsoft.com/office/powerpoint/2010/main" val="565943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50D525-BCA2-F2A2-8E53-2809D8155F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50" r="8539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9E38FD-7009-CF8A-32C3-B467BC153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5402" y="743447"/>
            <a:ext cx="344576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/>
              <a:t>Real-Time Detection and Response Systems</a:t>
            </a:r>
            <a:endParaRPr lang="en-PK" sz="5200"/>
          </a:p>
        </p:txBody>
      </p:sp>
    </p:spTree>
    <p:extLst>
      <p:ext uri="{BB962C8B-B14F-4D97-AF65-F5344CB8AC3E}">
        <p14:creationId xmlns:p14="http://schemas.microsoft.com/office/powerpoint/2010/main" val="2607758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4E782-0FAB-63B7-4C11-4DE111A61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System Architecture Design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FB285-6F1A-0C12-0A93-FBB6D4EF0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200" b="1"/>
              <a:t>Sensor Fusion for Power Efficiency:</a:t>
            </a:r>
            <a:endParaRPr lang="en-US" sz="2200"/>
          </a:p>
          <a:p>
            <a:pPr marL="0" indent="0">
              <a:buNone/>
            </a:pPr>
            <a:r>
              <a:rPr lang="en-US" sz="2200"/>
              <a:t>Low-power motion sensors (PIR) trigger the camera only when needed, significantly extending battery life.</a:t>
            </a:r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 b="1"/>
              <a:t>On-Device Processing Pipeline:</a:t>
            </a:r>
          </a:p>
          <a:p>
            <a:pPr marL="0" indent="0">
              <a:buNone/>
            </a:pPr>
            <a:r>
              <a:rPr lang="en-US" sz="2200"/>
              <a:t>Trigger → Capture → Process → Detect → Alert</a:t>
            </a:r>
          </a:p>
          <a:p>
            <a:pPr marL="0" indent="0">
              <a:buNone/>
            </a:pPr>
            <a:r>
              <a:rPr lang="en-US" sz="2200"/>
              <a:t>A </a:t>
            </a:r>
            <a:r>
              <a:rPr lang="en-US" sz="2200" err="1"/>
              <a:t>TinyML</a:t>
            </a:r>
            <a:r>
              <a:rPr lang="en-US" sz="2200"/>
              <a:t> model performs person detection directly on the device.</a:t>
            </a:r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 b="1"/>
              <a:t>Edge AI for Privacy and Speed:</a:t>
            </a:r>
          </a:p>
          <a:p>
            <a:pPr marL="0" indent="0">
              <a:buNone/>
            </a:pPr>
            <a:r>
              <a:rPr lang="en-US" sz="2200"/>
              <a:t>Processing data locally prevents the transmission of sensitive visual information and allows for fast, intelligent decision-making.</a:t>
            </a:r>
            <a:endParaRPr lang="en-PK" sz="2200" b="1"/>
          </a:p>
        </p:txBody>
      </p:sp>
    </p:spTree>
    <p:extLst>
      <p:ext uri="{BB962C8B-B14F-4D97-AF65-F5344CB8AC3E}">
        <p14:creationId xmlns:p14="http://schemas.microsoft.com/office/powerpoint/2010/main" val="539927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15E8CD-CA93-1B9C-2511-4FA6EBCCD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Performance Metrics 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7A07F9D-0D1C-A1BE-13A9-ACEE9DE75D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lang="en-US" altLang="en-PK" sz="1800" b="1" dirty="0">
                <a:latin typeface="Arial" panose="020B0604020202020204" pitchFamily="34" charset="0"/>
              </a:rPr>
              <a:t>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Detection Accuracy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fundamental measure of model effectiveness.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Real-world performance typically ranges from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85-95%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depending on environmental conditions [43].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Latency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Time from event occurrence to notification delivery.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Emergency Systems: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Aim for &lt; 500 milliseconds [40].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Doorway Monitoring: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2-5 second delays are generally acceptable.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False Positive Rate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Excessive false alarms reduce user trust and utility.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Target: Achieve rates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below 5%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controlled scenarios [26].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Energy Consumption</a:t>
            </a:r>
            <a:endParaRPr kumimoji="0" lang="en-PK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Critical for battery-powered deployments.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Duty-cycled operation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(using motion triggers) can extend battery life from days to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months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570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1FF30-6EC6-C26A-E818-37DE28395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Environmental Robustness</a:t>
            </a:r>
            <a:endParaRPr lang="en-PK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85320-2D87-46F9-B91E-36A00CB1C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300" b="1"/>
              <a:t> Environmental Robustness</a:t>
            </a:r>
          </a:p>
          <a:p>
            <a:pPr marL="0" indent="0">
              <a:buNone/>
            </a:pPr>
            <a:r>
              <a:rPr lang="en-US" sz="1300"/>
              <a:t>  Real-world deployments must overcome challenges not found in labs:</a:t>
            </a:r>
          </a:p>
          <a:p>
            <a:pPr marL="0" indent="0">
              <a:buNone/>
            </a:pPr>
            <a:r>
              <a:rPr lang="en-US" sz="1300" b="1"/>
              <a:t> Lighting Variations</a:t>
            </a:r>
            <a:r>
              <a:rPr lang="en-US" sz="1300"/>
              <a:t> 💡</a:t>
            </a:r>
          </a:p>
          <a:p>
            <a:pPr lvl="1"/>
            <a:r>
              <a:rPr lang="en-US" sz="1300" b="1"/>
              <a:t>Challenge:</a:t>
            </a:r>
            <a:r>
              <a:rPr lang="en-US" sz="1300"/>
              <a:t> Accuracy degrades significantly in low-light and nighttime conditions.</a:t>
            </a:r>
          </a:p>
          <a:p>
            <a:pPr lvl="1"/>
            <a:r>
              <a:rPr lang="en-US" sz="1300" b="1"/>
              <a:t>Solution:</a:t>
            </a:r>
            <a:r>
              <a:rPr lang="en-US" sz="1300"/>
              <a:t> Combine image enhancement algorithms (e.g., CLAHE) with suitable neural networks (e.g., VGG16) to improve accuracy (up to 92%) [6, 43].</a:t>
            </a:r>
          </a:p>
          <a:p>
            <a:pPr marL="0" indent="0">
              <a:buNone/>
            </a:pPr>
            <a:r>
              <a:rPr lang="en-US" sz="1300" b="1"/>
              <a:t> Occlusions and Partial Views</a:t>
            </a:r>
            <a:r>
              <a:rPr lang="en-US" sz="1300"/>
              <a:t> 🚪</a:t>
            </a:r>
          </a:p>
          <a:p>
            <a:pPr lvl="1"/>
            <a:r>
              <a:rPr lang="en-US" sz="1300" b="1"/>
              <a:t>Challenge:</a:t>
            </a:r>
            <a:r>
              <a:rPr lang="en-US" sz="1300"/>
              <a:t> Doorways often provide only partial body visibility.</a:t>
            </a:r>
          </a:p>
          <a:p>
            <a:pPr lvl="1"/>
            <a:r>
              <a:rPr lang="en-US" sz="1300" b="1"/>
              <a:t>Solution:</a:t>
            </a:r>
            <a:r>
              <a:rPr lang="en-US" sz="1300"/>
              <a:t> Training datasets </a:t>
            </a:r>
            <a:r>
              <a:rPr lang="en-US" sz="1300" b="1"/>
              <a:t>must</a:t>
            </a:r>
            <a:r>
              <a:rPr lang="en-US" sz="1300"/>
              <a:t> include examples of partial occlusions to ensure robust detection [26].</a:t>
            </a:r>
          </a:p>
          <a:p>
            <a:pPr marL="0" indent="0">
              <a:buNone/>
            </a:pPr>
            <a:r>
              <a:rPr lang="en-US" sz="1300" b="1"/>
              <a:t> Weather Conditions</a:t>
            </a:r>
            <a:r>
              <a:rPr lang="en-US" sz="1300"/>
              <a:t> 🌧️</a:t>
            </a:r>
          </a:p>
          <a:p>
            <a:pPr lvl="1"/>
            <a:r>
              <a:rPr lang="en-US" sz="1300" b="1"/>
              <a:t>Challenge:</a:t>
            </a:r>
            <a:r>
              <a:rPr lang="en-US" sz="1300"/>
              <a:t> Rain, fog, and precipitation can degrade image quality in outdoor deployments.</a:t>
            </a:r>
          </a:p>
          <a:p>
            <a:pPr lvl="1"/>
            <a:r>
              <a:rPr lang="en-US" sz="1300" b="1"/>
              <a:t>Solution:</a:t>
            </a:r>
            <a:r>
              <a:rPr lang="en-US" sz="1300"/>
              <a:t> Requires hardware considerations like weatherproofing and lens protection.</a:t>
            </a:r>
          </a:p>
          <a:p>
            <a:endParaRPr lang="en-PK" sz="1300"/>
          </a:p>
        </p:txBody>
      </p:sp>
    </p:spTree>
    <p:extLst>
      <p:ext uri="{BB962C8B-B14F-4D97-AF65-F5344CB8AC3E}">
        <p14:creationId xmlns:p14="http://schemas.microsoft.com/office/powerpoint/2010/main" val="2308519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76A1B86-DC99-46B9-B5AA-A7E928EA9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304FFE-74E9-4316-B822-F35A685E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5E733-9344-AE49-D3DA-46DF20D16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550" y="1562669"/>
            <a:ext cx="5636113" cy="24565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>
                <a:solidFill>
                  <a:schemeClr val="tx1">
                    <a:lumMod val="85000"/>
                    <a:lumOff val="15000"/>
                  </a:schemeClr>
                </a:solidFill>
              </a:rPr>
              <a:t>Related Systems and Comparative Analysis</a:t>
            </a:r>
          </a:p>
        </p:txBody>
      </p:sp>
      <p:pic>
        <p:nvPicPr>
          <p:cNvPr id="4" name="Picture 3" descr="Financial graphs on a dark display">
            <a:extLst>
              <a:ext uri="{FF2B5EF4-FFF2-40B4-BE49-F238E27FC236}">
                <a16:creationId xmlns:a16="http://schemas.microsoft.com/office/drawing/2014/main" id="{1316382B-4718-5EE2-104D-3BE71A519B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30" r="36639"/>
          <a:stretch>
            <a:fillRect/>
          </a:stretch>
        </p:blipFill>
        <p:spPr>
          <a:xfrm>
            <a:off x="-7266" y="10"/>
            <a:ext cx="3569616" cy="6857990"/>
          </a:xfrm>
          <a:custGeom>
            <a:avLst/>
            <a:gdLst/>
            <a:ahLst/>
            <a:cxnLst/>
            <a:rect l="l" t="t" r="r" b="b"/>
            <a:pathLst>
              <a:path w="3569616" h="6858000">
                <a:moveTo>
                  <a:pt x="0" y="0"/>
                </a:moveTo>
                <a:lnTo>
                  <a:pt x="3119345" y="0"/>
                </a:lnTo>
                <a:lnTo>
                  <a:pt x="3123529" y="17226"/>
                </a:lnTo>
                <a:cubicBezTo>
                  <a:pt x="3124924" y="23927"/>
                  <a:pt x="3126075" y="29690"/>
                  <a:pt x="3127926" y="35733"/>
                </a:cubicBezTo>
                <a:cubicBezTo>
                  <a:pt x="3135983" y="55162"/>
                  <a:pt x="3152761" y="75163"/>
                  <a:pt x="3158476" y="86830"/>
                </a:cubicBezTo>
                <a:lnTo>
                  <a:pt x="3162217" y="105744"/>
                </a:lnTo>
                <a:lnTo>
                  <a:pt x="3166997" y="104727"/>
                </a:lnTo>
                <a:lnTo>
                  <a:pt x="3167793" y="111793"/>
                </a:lnTo>
                <a:lnTo>
                  <a:pt x="3168896" y="127609"/>
                </a:lnTo>
                <a:cubicBezTo>
                  <a:pt x="3170241" y="137435"/>
                  <a:pt x="3170795" y="164972"/>
                  <a:pt x="3173185" y="174906"/>
                </a:cubicBezTo>
                <a:cubicBezTo>
                  <a:pt x="3178510" y="177461"/>
                  <a:pt x="3181593" y="181749"/>
                  <a:pt x="3183238" y="187215"/>
                </a:cubicBezTo>
                <a:lnTo>
                  <a:pt x="3184145" y="199435"/>
                </a:lnTo>
                <a:lnTo>
                  <a:pt x="3200957" y="269529"/>
                </a:lnTo>
                <a:lnTo>
                  <a:pt x="3202491" y="279219"/>
                </a:lnTo>
                <a:lnTo>
                  <a:pt x="3206975" y="284221"/>
                </a:lnTo>
                <a:cubicBezTo>
                  <a:pt x="3208056" y="288198"/>
                  <a:pt x="3208241" y="299815"/>
                  <a:pt x="3208979" y="303078"/>
                </a:cubicBezTo>
                <a:cubicBezTo>
                  <a:pt x="3209786" y="303316"/>
                  <a:pt x="3210593" y="303555"/>
                  <a:pt x="3211400" y="303794"/>
                </a:cubicBezTo>
                <a:cubicBezTo>
                  <a:pt x="3215834" y="314048"/>
                  <a:pt x="3230882" y="352723"/>
                  <a:pt x="3235583" y="364595"/>
                </a:cubicBezTo>
                <a:cubicBezTo>
                  <a:pt x="3232098" y="367263"/>
                  <a:pt x="3238178" y="372307"/>
                  <a:pt x="3239601" y="375020"/>
                </a:cubicBezTo>
                <a:cubicBezTo>
                  <a:pt x="3237179" y="375617"/>
                  <a:pt x="3236854" y="382439"/>
                  <a:pt x="3239157" y="384290"/>
                </a:cubicBezTo>
                <a:cubicBezTo>
                  <a:pt x="3254070" y="431093"/>
                  <a:pt x="3227895" y="408920"/>
                  <a:pt x="3245230" y="435044"/>
                </a:cubicBezTo>
                <a:cubicBezTo>
                  <a:pt x="3246565" y="439781"/>
                  <a:pt x="3245820" y="443743"/>
                  <a:pt x="3244204" y="447282"/>
                </a:cubicBezTo>
                <a:lnTo>
                  <a:pt x="3240762" y="452630"/>
                </a:lnTo>
                <a:lnTo>
                  <a:pt x="3249093" y="471880"/>
                </a:lnTo>
                <a:cubicBezTo>
                  <a:pt x="3252174" y="481431"/>
                  <a:pt x="3254453" y="491548"/>
                  <a:pt x="3255857" y="501992"/>
                </a:cubicBezTo>
                <a:cubicBezTo>
                  <a:pt x="3250999" y="504682"/>
                  <a:pt x="3258622" y="512442"/>
                  <a:pt x="3260271" y="516223"/>
                </a:cubicBezTo>
                <a:cubicBezTo>
                  <a:pt x="3257006" y="516482"/>
                  <a:pt x="3255973" y="525173"/>
                  <a:pt x="3258865" y="528038"/>
                </a:cubicBezTo>
                <a:cubicBezTo>
                  <a:pt x="3274535" y="591283"/>
                  <a:pt x="3241762" y="557303"/>
                  <a:pt x="3262462" y="594499"/>
                </a:cubicBezTo>
                <a:cubicBezTo>
                  <a:pt x="3263816" y="600863"/>
                  <a:pt x="3262479" y="605795"/>
                  <a:pt x="3260024" y="610000"/>
                </a:cubicBezTo>
                <a:lnTo>
                  <a:pt x="3253721" y="617692"/>
                </a:lnTo>
                <a:lnTo>
                  <a:pt x="3256482" y="623204"/>
                </a:lnTo>
                <a:cubicBezTo>
                  <a:pt x="3258005" y="644600"/>
                  <a:pt x="3251476" y="651376"/>
                  <a:pt x="3259225" y="663365"/>
                </a:cubicBezTo>
                <a:cubicBezTo>
                  <a:pt x="3245876" y="682744"/>
                  <a:pt x="3258539" y="675670"/>
                  <a:pt x="3261631" y="689522"/>
                </a:cubicBezTo>
                <a:cubicBezTo>
                  <a:pt x="3265207" y="700373"/>
                  <a:pt x="3269507" y="679723"/>
                  <a:pt x="3271002" y="690492"/>
                </a:cubicBezTo>
                <a:cubicBezTo>
                  <a:pt x="3267989" y="702455"/>
                  <a:pt x="3279578" y="701125"/>
                  <a:pt x="3275760" y="713609"/>
                </a:cubicBezTo>
                <a:cubicBezTo>
                  <a:pt x="3266819" y="711239"/>
                  <a:pt x="3278954" y="737528"/>
                  <a:pt x="3271356" y="738880"/>
                </a:cubicBezTo>
                <a:cubicBezTo>
                  <a:pt x="3282938" y="748490"/>
                  <a:pt x="3269788" y="754591"/>
                  <a:pt x="3274016" y="768139"/>
                </a:cubicBezTo>
                <a:cubicBezTo>
                  <a:pt x="3278559" y="774347"/>
                  <a:pt x="3279560" y="778980"/>
                  <a:pt x="3275507" y="785654"/>
                </a:cubicBezTo>
                <a:cubicBezTo>
                  <a:pt x="3297514" y="814181"/>
                  <a:pt x="3277534" y="803670"/>
                  <a:pt x="3287024" y="831111"/>
                </a:cubicBezTo>
                <a:cubicBezTo>
                  <a:pt x="3296672" y="854655"/>
                  <a:pt x="3303659" y="881610"/>
                  <a:pt x="3324562" y="903604"/>
                </a:cubicBezTo>
                <a:cubicBezTo>
                  <a:pt x="3330338" y="907511"/>
                  <a:pt x="3333079" y="917872"/>
                  <a:pt x="3330682" y="926744"/>
                </a:cubicBezTo>
                <a:cubicBezTo>
                  <a:pt x="3330269" y="928269"/>
                  <a:pt x="3329716" y="929694"/>
                  <a:pt x="3329041" y="930971"/>
                </a:cubicBezTo>
                <a:cubicBezTo>
                  <a:pt x="3333270" y="950914"/>
                  <a:pt x="3351150" y="1023696"/>
                  <a:pt x="3356062" y="1046405"/>
                </a:cubicBezTo>
                <a:cubicBezTo>
                  <a:pt x="3349099" y="1048737"/>
                  <a:pt x="3362597" y="1059482"/>
                  <a:pt x="3358521" y="1067217"/>
                </a:cubicBezTo>
                <a:cubicBezTo>
                  <a:pt x="3354869" y="1072807"/>
                  <a:pt x="3358113" y="1077371"/>
                  <a:pt x="3358773" y="1082909"/>
                </a:cubicBezTo>
                <a:cubicBezTo>
                  <a:pt x="3356098" y="1090444"/>
                  <a:pt x="3363241" y="1113953"/>
                  <a:pt x="3367682" y="1119909"/>
                </a:cubicBezTo>
                <a:cubicBezTo>
                  <a:pt x="3382703" y="1133847"/>
                  <a:pt x="3374343" y="1168367"/>
                  <a:pt x="3385911" y="1180009"/>
                </a:cubicBezTo>
                <a:cubicBezTo>
                  <a:pt x="3387774" y="1184389"/>
                  <a:pt x="3388688" y="1188737"/>
                  <a:pt x="3389010" y="1193041"/>
                </a:cubicBezTo>
                <a:lnTo>
                  <a:pt x="3388572" y="1205179"/>
                </a:lnTo>
                <a:lnTo>
                  <a:pt x="3385768" y="1208811"/>
                </a:lnTo>
                <a:lnTo>
                  <a:pt x="3386975" y="1216129"/>
                </a:lnTo>
                <a:lnTo>
                  <a:pt x="3386647" y="1218271"/>
                </a:lnTo>
                <a:cubicBezTo>
                  <a:pt x="3386007" y="1222365"/>
                  <a:pt x="3385480" y="1226399"/>
                  <a:pt x="3385420" y="1230360"/>
                </a:cubicBezTo>
                <a:cubicBezTo>
                  <a:pt x="3400233" y="1224163"/>
                  <a:pt x="3387342" y="1263034"/>
                  <a:pt x="3398902" y="1251303"/>
                </a:cubicBezTo>
                <a:cubicBezTo>
                  <a:pt x="3401143" y="1271991"/>
                  <a:pt x="3411558" y="1255397"/>
                  <a:pt x="3402244" y="1281071"/>
                </a:cubicBezTo>
                <a:cubicBezTo>
                  <a:pt x="3416627" y="1312459"/>
                  <a:pt x="3415183" y="1363554"/>
                  <a:pt x="3435533" y="1387530"/>
                </a:cubicBezTo>
                <a:cubicBezTo>
                  <a:pt x="3428168" y="1384876"/>
                  <a:pt x="3423452" y="1398828"/>
                  <a:pt x="3427595" y="1407995"/>
                </a:cubicBezTo>
                <a:cubicBezTo>
                  <a:pt x="3398778" y="1398886"/>
                  <a:pt x="3455260" y="1443485"/>
                  <a:pt x="3436580" y="1453051"/>
                </a:cubicBezTo>
                <a:cubicBezTo>
                  <a:pt x="3454427" y="1452263"/>
                  <a:pt x="3487273" y="1492392"/>
                  <a:pt x="3473886" y="1513215"/>
                </a:cubicBezTo>
                <a:cubicBezTo>
                  <a:pt x="3479337" y="1543203"/>
                  <a:pt x="3495403" y="1563620"/>
                  <a:pt x="3491486" y="1595707"/>
                </a:cubicBezTo>
                <a:cubicBezTo>
                  <a:pt x="3493932" y="1596530"/>
                  <a:pt x="3496028" y="1598008"/>
                  <a:pt x="3497869" y="1599939"/>
                </a:cubicBezTo>
                <a:lnTo>
                  <a:pt x="3502453" y="1606503"/>
                </a:lnTo>
                <a:lnTo>
                  <a:pt x="3502232" y="1607846"/>
                </a:lnTo>
                <a:cubicBezTo>
                  <a:pt x="3502503" y="1613048"/>
                  <a:pt x="3503673" y="1615641"/>
                  <a:pt x="3505239" y="1617081"/>
                </a:cubicBezTo>
                <a:cubicBezTo>
                  <a:pt x="3505979" y="1617395"/>
                  <a:pt x="3506719" y="1617710"/>
                  <a:pt x="3507459" y="1618024"/>
                </a:cubicBezTo>
                <a:lnTo>
                  <a:pt x="3510011" y="1624022"/>
                </a:lnTo>
                <a:lnTo>
                  <a:pt x="3516358" y="1634929"/>
                </a:lnTo>
                <a:lnTo>
                  <a:pt x="3516308" y="1637821"/>
                </a:lnTo>
                <a:lnTo>
                  <a:pt x="3523955" y="1655598"/>
                </a:lnTo>
                <a:lnTo>
                  <a:pt x="3523473" y="1656247"/>
                </a:lnTo>
                <a:cubicBezTo>
                  <a:pt x="3522567" y="1658107"/>
                  <a:pt x="3522227" y="1660249"/>
                  <a:pt x="3523061" y="1663024"/>
                </a:cubicBezTo>
                <a:cubicBezTo>
                  <a:pt x="3513175" y="1664689"/>
                  <a:pt x="3520280" y="1667013"/>
                  <a:pt x="3523616" y="1675054"/>
                </a:cubicBezTo>
                <a:cubicBezTo>
                  <a:pt x="3509006" y="1679436"/>
                  <a:pt x="3523682" y="1698702"/>
                  <a:pt x="3517630" y="1707801"/>
                </a:cubicBezTo>
                <a:cubicBezTo>
                  <a:pt x="3520410" y="1713612"/>
                  <a:pt x="3523083" y="1719836"/>
                  <a:pt x="3525537" y="1726380"/>
                </a:cubicBezTo>
                <a:lnTo>
                  <a:pt x="3529903" y="1779986"/>
                </a:lnTo>
                <a:lnTo>
                  <a:pt x="3521468" y="1836998"/>
                </a:lnTo>
                <a:cubicBezTo>
                  <a:pt x="3522502" y="1857808"/>
                  <a:pt x="3519191" y="1876110"/>
                  <a:pt x="3523412" y="1893497"/>
                </a:cubicBezTo>
                <a:cubicBezTo>
                  <a:pt x="3520411" y="1900876"/>
                  <a:pt x="3519436" y="1907708"/>
                  <a:pt x="3525004" y="1913894"/>
                </a:cubicBezTo>
                <a:cubicBezTo>
                  <a:pt x="3524490" y="1933413"/>
                  <a:pt x="3517414" y="1938604"/>
                  <a:pt x="3523928" y="1950514"/>
                </a:cubicBezTo>
                <a:cubicBezTo>
                  <a:pt x="3512685" y="1962215"/>
                  <a:pt x="3517275" y="1962555"/>
                  <a:pt x="3521008" y="1967449"/>
                </a:cubicBezTo>
                <a:lnTo>
                  <a:pt x="3521297" y="1968163"/>
                </a:lnTo>
                <a:lnTo>
                  <a:pt x="3519686" y="1969768"/>
                </a:lnTo>
                <a:lnTo>
                  <a:pt x="3519089" y="1972904"/>
                </a:lnTo>
                <a:lnTo>
                  <a:pt x="3520122" y="1981289"/>
                </a:lnTo>
                <a:lnTo>
                  <a:pt x="3520948" y="1984413"/>
                </a:lnTo>
                <a:cubicBezTo>
                  <a:pt x="3521356" y="1986575"/>
                  <a:pt x="3521416" y="1988026"/>
                  <a:pt x="3521226" y="1989046"/>
                </a:cubicBezTo>
                <a:lnTo>
                  <a:pt x="3521092" y="1989171"/>
                </a:lnTo>
                <a:lnTo>
                  <a:pt x="3521624" y="1993492"/>
                </a:lnTo>
                <a:cubicBezTo>
                  <a:pt x="3522844" y="2000762"/>
                  <a:pt x="3524332" y="2007819"/>
                  <a:pt x="3525996" y="2014518"/>
                </a:cubicBezTo>
                <a:cubicBezTo>
                  <a:pt x="3518529" y="2020777"/>
                  <a:pt x="3529333" y="2045218"/>
                  <a:pt x="3514412" y="2043465"/>
                </a:cubicBezTo>
                <a:cubicBezTo>
                  <a:pt x="3516219" y="2052531"/>
                  <a:pt x="3522688" y="2057653"/>
                  <a:pt x="3512822" y="2055222"/>
                </a:cubicBezTo>
                <a:cubicBezTo>
                  <a:pt x="3513140" y="2058224"/>
                  <a:pt x="3512432" y="2060136"/>
                  <a:pt x="3511227" y="2061550"/>
                </a:cubicBezTo>
                <a:lnTo>
                  <a:pt x="3510645" y="2061975"/>
                </a:lnTo>
                <a:lnTo>
                  <a:pt x="3514907" y="2082129"/>
                </a:lnTo>
                <a:lnTo>
                  <a:pt x="3514347" y="2084880"/>
                </a:lnTo>
                <a:lnTo>
                  <a:pt x="3518565" y="2097919"/>
                </a:lnTo>
                <a:lnTo>
                  <a:pt x="3519976" y="2104707"/>
                </a:lnTo>
                <a:lnTo>
                  <a:pt x="3521958" y="2106519"/>
                </a:lnTo>
                <a:cubicBezTo>
                  <a:pt x="3523219" y="2108534"/>
                  <a:pt x="3523895" y="2111498"/>
                  <a:pt x="3523237" y="2116590"/>
                </a:cubicBezTo>
                <a:lnTo>
                  <a:pt x="3522786" y="2117790"/>
                </a:lnTo>
                <a:lnTo>
                  <a:pt x="3526064" y="2125947"/>
                </a:lnTo>
                <a:cubicBezTo>
                  <a:pt x="3527505" y="2128548"/>
                  <a:pt x="3529274" y="2130818"/>
                  <a:pt x="3531495" y="2132603"/>
                </a:cubicBezTo>
                <a:cubicBezTo>
                  <a:pt x="3522034" y="2161762"/>
                  <a:pt x="3533978" y="2187874"/>
                  <a:pt x="3533955" y="2218836"/>
                </a:cubicBezTo>
                <a:cubicBezTo>
                  <a:pt x="3517312" y="2233337"/>
                  <a:pt x="3542024" y="2285180"/>
                  <a:pt x="3559442" y="2291697"/>
                </a:cubicBezTo>
                <a:cubicBezTo>
                  <a:pt x="3544608" y="2292866"/>
                  <a:pt x="3567228" y="2330146"/>
                  <a:pt x="3568373" y="2340076"/>
                </a:cubicBezTo>
                <a:cubicBezTo>
                  <a:pt x="3568755" y="2343387"/>
                  <a:pt x="3566751" y="2343658"/>
                  <a:pt x="3560178" y="2338540"/>
                </a:cubicBezTo>
                <a:cubicBezTo>
                  <a:pt x="3562571" y="2349015"/>
                  <a:pt x="3555536" y="2360463"/>
                  <a:pt x="3548875" y="2354921"/>
                </a:cubicBezTo>
                <a:cubicBezTo>
                  <a:pt x="3564342" y="2386191"/>
                  <a:pt x="3553912" y="2434573"/>
                  <a:pt x="3562290" y="2470516"/>
                </a:cubicBezTo>
                <a:cubicBezTo>
                  <a:pt x="3548732" y="2491328"/>
                  <a:pt x="3561750" y="2479665"/>
                  <a:pt x="3560263" y="2500409"/>
                </a:cubicBezTo>
                <a:cubicBezTo>
                  <a:pt x="3573531" y="2493872"/>
                  <a:pt x="3554177" y="2525877"/>
                  <a:pt x="3569616" y="2525972"/>
                </a:cubicBezTo>
                <a:cubicBezTo>
                  <a:pt x="3568857" y="2529744"/>
                  <a:pt x="3567635" y="2533395"/>
                  <a:pt x="3566291" y="2537057"/>
                </a:cubicBezTo>
                <a:lnTo>
                  <a:pt x="3565595" y="2538979"/>
                </a:lnTo>
                <a:lnTo>
                  <a:pt x="3565471" y="2546483"/>
                </a:lnTo>
                <a:lnTo>
                  <a:pt x="3562111" y="2548822"/>
                </a:lnTo>
                <a:lnTo>
                  <a:pt x="3559542" y="2560277"/>
                </a:lnTo>
                <a:cubicBezTo>
                  <a:pt x="3559093" y="2564534"/>
                  <a:pt x="3559212" y="2569074"/>
                  <a:pt x="3560240" y="2574030"/>
                </a:cubicBezTo>
                <a:cubicBezTo>
                  <a:pt x="3567097" y="2585933"/>
                  <a:pt x="3560828" y="2605604"/>
                  <a:pt x="3562359" y="2622912"/>
                </a:cubicBezTo>
                <a:lnTo>
                  <a:pt x="3564740" y="2630748"/>
                </a:lnTo>
                <a:lnTo>
                  <a:pt x="3563214" y="2656947"/>
                </a:lnTo>
                <a:cubicBezTo>
                  <a:pt x="3563065" y="2664385"/>
                  <a:pt x="3563222" y="2672085"/>
                  <a:pt x="3563949" y="2680153"/>
                </a:cubicBezTo>
                <a:lnTo>
                  <a:pt x="3566383" y="2695058"/>
                </a:lnTo>
                <a:lnTo>
                  <a:pt x="3565385" y="2699075"/>
                </a:lnTo>
                <a:cubicBezTo>
                  <a:pt x="3565951" y="2705917"/>
                  <a:pt x="3570892" y="2714690"/>
                  <a:pt x="3565525" y="2714239"/>
                </a:cubicBezTo>
                <a:lnTo>
                  <a:pt x="3567847" y="2721812"/>
                </a:lnTo>
                <a:lnTo>
                  <a:pt x="3564077" y="2729693"/>
                </a:lnTo>
                <a:cubicBezTo>
                  <a:pt x="3563144" y="2730592"/>
                  <a:pt x="3562134" y="2731288"/>
                  <a:pt x="3561085" y="2731758"/>
                </a:cubicBezTo>
                <a:lnTo>
                  <a:pt x="3563149" y="2742418"/>
                </a:lnTo>
                <a:lnTo>
                  <a:pt x="3560661" y="2751437"/>
                </a:lnTo>
                <a:lnTo>
                  <a:pt x="3563126" y="2758989"/>
                </a:lnTo>
                <a:lnTo>
                  <a:pt x="3562876" y="2762207"/>
                </a:lnTo>
                <a:lnTo>
                  <a:pt x="3561866" y="2770236"/>
                </a:lnTo>
                <a:cubicBezTo>
                  <a:pt x="3561066" y="2774372"/>
                  <a:pt x="3560080" y="2779005"/>
                  <a:pt x="3559378" y="2784138"/>
                </a:cubicBezTo>
                <a:lnTo>
                  <a:pt x="3559178" y="2788436"/>
                </a:lnTo>
                <a:lnTo>
                  <a:pt x="3554648" y="2798068"/>
                </a:lnTo>
                <a:cubicBezTo>
                  <a:pt x="3551209" y="2805087"/>
                  <a:pt x="3548936" y="2810580"/>
                  <a:pt x="3551400" y="2816345"/>
                </a:cubicBezTo>
                <a:cubicBezTo>
                  <a:pt x="3547036" y="2826742"/>
                  <a:pt x="3533490" y="2834711"/>
                  <a:pt x="3538128" y="2849028"/>
                </a:cubicBezTo>
                <a:cubicBezTo>
                  <a:pt x="3531517" y="2845031"/>
                  <a:pt x="3538369" y="2865256"/>
                  <a:pt x="3532013" y="2868126"/>
                </a:cubicBezTo>
                <a:cubicBezTo>
                  <a:pt x="3526842" y="2869601"/>
                  <a:pt x="3527715" y="2876080"/>
                  <a:pt x="3526094" y="2881167"/>
                </a:cubicBezTo>
                <a:cubicBezTo>
                  <a:pt x="3520961" y="2885059"/>
                  <a:pt x="3517628" y="2910333"/>
                  <a:pt x="3518939" y="2918966"/>
                </a:cubicBezTo>
                <a:cubicBezTo>
                  <a:pt x="3525789" y="2943088"/>
                  <a:pt x="3505468" y="2964225"/>
                  <a:pt x="3510391" y="2983548"/>
                </a:cubicBezTo>
                <a:cubicBezTo>
                  <a:pt x="3510204" y="2988707"/>
                  <a:pt x="3509257" y="2993036"/>
                  <a:pt x="3507840" y="2996827"/>
                </a:cubicBezTo>
                <a:lnTo>
                  <a:pt x="3502741" y="3006379"/>
                </a:lnTo>
                <a:lnTo>
                  <a:pt x="3499028" y="3006971"/>
                </a:lnTo>
                <a:lnTo>
                  <a:pt x="3497157" y="3013976"/>
                </a:lnTo>
                <a:lnTo>
                  <a:pt x="3496053" y="3015450"/>
                </a:lnTo>
                <a:cubicBezTo>
                  <a:pt x="3493931" y="3018255"/>
                  <a:pt x="3491925" y="3021106"/>
                  <a:pt x="3490329" y="3024292"/>
                </a:cubicBezTo>
                <a:cubicBezTo>
                  <a:pt x="3504872" y="3031782"/>
                  <a:pt x="3479143" y="3052632"/>
                  <a:pt x="3493186" y="3052840"/>
                </a:cubicBezTo>
                <a:cubicBezTo>
                  <a:pt x="3486942" y="3071654"/>
                  <a:pt x="3501947" y="3066916"/>
                  <a:pt x="3484298" y="3080007"/>
                </a:cubicBezTo>
                <a:cubicBezTo>
                  <a:pt x="3483814" y="3117860"/>
                  <a:pt x="3462683" y="3158406"/>
                  <a:pt x="3469977" y="3195253"/>
                </a:cubicBezTo>
                <a:cubicBezTo>
                  <a:pt x="3464984" y="3186842"/>
                  <a:pt x="3455676" y="3194249"/>
                  <a:pt x="3455490" y="3205255"/>
                </a:cubicBezTo>
                <a:cubicBezTo>
                  <a:pt x="3435461" y="3173385"/>
                  <a:pt x="3464274" y="3257718"/>
                  <a:pt x="3445250" y="3249703"/>
                </a:cubicBezTo>
                <a:cubicBezTo>
                  <a:pt x="3460163" y="3264187"/>
                  <a:pt x="3471377" y="3324835"/>
                  <a:pt x="3452291" y="3330508"/>
                </a:cubicBezTo>
                <a:cubicBezTo>
                  <a:pt x="3445043" y="3359645"/>
                  <a:pt x="3450218" y="3389952"/>
                  <a:pt x="3434486" y="3412864"/>
                </a:cubicBezTo>
                <a:cubicBezTo>
                  <a:pt x="3436166" y="3415609"/>
                  <a:pt x="3437306" y="3418595"/>
                  <a:pt x="3438058" y="3421734"/>
                </a:cubicBezTo>
                <a:lnTo>
                  <a:pt x="3439245" y="3430986"/>
                </a:lnTo>
                <a:lnTo>
                  <a:pt x="3438541" y="3431897"/>
                </a:lnTo>
                <a:cubicBezTo>
                  <a:pt x="3436732" y="3436375"/>
                  <a:pt x="3436677" y="3439488"/>
                  <a:pt x="3437396" y="3441992"/>
                </a:cubicBezTo>
                <a:lnTo>
                  <a:pt x="3438843" y="3444647"/>
                </a:lnTo>
                <a:lnTo>
                  <a:pt x="3438591" y="3451712"/>
                </a:lnTo>
                <a:lnTo>
                  <a:pt x="3439527" y="3466008"/>
                </a:lnTo>
                <a:lnTo>
                  <a:pt x="3438357" y="3468331"/>
                </a:lnTo>
                <a:lnTo>
                  <a:pt x="3437674" y="3489343"/>
                </a:lnTo>
                <a:cubicBezTo>
                  <a:pt x="3437459" y="3489383"/>
                  <a:pt x="3437241" y="3489424"/>
                  <a:pt x="3437026" y="3489465"/>
                </a:cubicBezTo>
                <a:cubicBezTo>
                  <a:pt x="3435558" y="3490219"/>
                  <a:pt x="3434444" y="3491679"/>
                  <a:pt x="3434044" y="3494659"/>
                </a:cubicBezTo>
                <a:cubicBezTo>
                  <a:pt x="3425302" y="3487640"/>
                  <a:pt x="3430211" y="3495561"/>
                  <a:pt x="3429800" y="3504965"/>
                </a:cubicBezTo>
                <a:cubicBezTo>
                  <a:pt x="3416132" y="3496161"/>
                  <a:pt x="3420620" y="3524348"/>
                  <a:pt x="3412115" y="3526661"/>
                </a:cubicBezTo>
                <a:cubicBezTo>
                  <a:pt x="3412121" y="3533765"/>
                  <a:pt x="3411879" y="3541120"/>
                  <a:pt x="3411331" y="3548549"/>
                </a:cubicBezTo>
                <a:lnTo>
                  <a:pt x="3410824" y="3552872"/>
                </a:lnTo>
                <a:cubicBezTo>
                  <a:pt x="3410773" y="3552889"/>
                  <a:pt x="3410721" y="3552908"/>
                  <a:pt x="3410671" y="3552926"/>
                </a:cubicBezTo>
                <a:cubicBezTo>
                  <a:pt x="3410254" y="3553793"/>
                  <a:pt x="3409971" y="3555188"/>
                  <a:pt x="3409849" y="3557419"/>
                </a:cubicBezTo>
                <a:lnTo>
                  <a:pt x="3409902" y="3560756"/>
                </a:lnTo>
                <a:lnTo>
                  <a:pt x="3408918" y="3569144"/>
                </a:lnTo>
                <a:lnTo>
                  <a:pt x="3407623" y="3571810"/>
                </a:lnTo>
                <a:lnTo>
                  <a:pt x="3405729" y="3572549"/>
                </a:lnTo>
                <a:lnTo>
                  <a:pt x="3405835" y="3573359"/>
                </a:lnTo>
                <a:cubicBezTo>
                  <a:pt x="3408214" y="3579757"/>
                  <a:pt x="3412465" y="3582275"/>
                  <a:pt x="3399129" y="3587902"/>
                </a:cubicBezTo>
                <a:cubicBezTo>
                  <a:pt x="3402495" y="3602236"/>
                  <a:pt x="3394605" y="3603730"/>
                  <a:pt x="3389566" y="3621859"/>
                </a:cubicBezTo>
                <a:cubicBezTo>
                  <a:pt x="3393374" y="3630350"/>
                  <a:pt x="3390863" y="3636316"/>
                  <a:pt x="3386307" y="3641820"/>
                </a:cubicBezTo>
                <a:cubicBezTo>
                  <a:pt x="3386232" y="3660214"/>
                  <a:pt x="3378837" y="3675854"/>
                  <a:pt x="3374956" y="3695940"/>
                </a:cubicBezTo>
                <a:cubicBezTo>
                  <a:pt x="3378387" y="3718839"/>
                  <a:pt x="3365817" y="3728358"/>
                  <a:pt x="3361718" y="3749831"/>
                </a:cubicBezTo>
                <a:cubicBezTo>
                  <a:pt x="3370064" y="3770267"/>
                  <a:pt x="3350403" y="3763879"/>
                  <a:pt x="3344768" y="3774338"/>
                </a:cubicBezTo>
                <a:lnTo>
                  <a:pt x="3343985" y="3777418"/>
                </a:lnTo>
                <a:lnTo>
                  <a:pt x="3344520" y="3785849"/>
                </a:lnTo>
                <a:lnTo>
                  <a:pt x="3345162" y="3789023"/>
                </a:lnTo>
                <a:cubicBezTo>
                  <a:pt x="3345441" y="3791209"/>
                  <a:pt x="3345415" y="3792659"/>
                  <a:pt x="3345164" y="3793659"/>
                </a:cubicBezTo>
                <a:lnTo>
                  <a:pt x="3345024" y="3793774"/>
                </a:lnTo>
                <a:lnTo>
                  <a:pt x="3345300" y="3798119"/>
                </a:lnTo>
                <a:cubicBezTo>
                  <a:pt x="3346087" y="3805456"/>
                  <a:pt x="3347157" y="3812596"/>
                  <a:pt x="3348424" y="3819398"/>
                </a:cubicBezTo>
                <a:cubicBezTo>
                  <a:pt x="3340590" y="3825065"/>
                  <a:pt x="3349940" y="3850234"/>
                  <a:pt x="3335133" y="3847354"/>
                </a:cubicBezTo>
                <a:cubicBezTo>
                  <a:pt x="3336403" y="3856524"/>
                  <a:pt x="3342565" y="3862118"/>
                  <a:pt x="3332848" y="3858945"/>
                </a:cubicBezTo>
                <a:cubicBezTo>
                  <a:pt x="3332988" y="3861961"/>
                  <a:pt x="3332168" y="3863811"/>
                  <a:pt x="3330878" y="3865128"/>
                </a:cubicBezTo>
                <a:lnTo>
                  <a:pt x="3330273" y="3865510"/>
                </a:lnTo>
                <a:lnTo>
                  <a:pt x="3333337" y="3885908"/>
                </a:lnTo>
                <a:lnTo>
                  <a:pt x="3332616" y="3888608"/>
                </a:lnTo>
                <a:lnTo>
                  <a:pt x="3336057" y="3901916"/>
                </a:lnTo>
                <a:lnTo>
                  <a:pt x="3337066" y="3908785"/>
                </a:lnTo>
                <a:lnTo>
                  <a:pt x="3338940" y="3910739"/>
                </a:lnTo>
                <a:cubicBezTo>
                  <a:pt x="3340082" y="3912843"/>
                  <a:pt x="3340580" y="3915849"/>
                  <a:pt x="3339621" y="3920873"/>
                </a:cubicBezTo>
                <a:lnTo>
                  <a:pt x="3339102" y="3922032"/>
                </a:lnTo>
                <a:lnTo>
                  <a:pt x="3341891" y="3930408"/>
                </a:lnTo>
                <a:cubicBezTo>
                  <a:pt x="3343178" y="3933107"/>
                  <a:pt x="3344812" y="3935503"/>
                  <a:pt x="3346927" y="3937451"/>
                </a:cubicBezTo>
                <a:cubicBezTo>
                  <a:pt x="3335745" y="3965779"/>
                  <a:pt x="3346136" y="3992699"/>
                  <a:pt x="3344279" y="4023542"/>
                </a:cubicBezTo>
                <a:cubicBezTo>
                  <a:pt x="3347024" y="4058096"/>
                  <a:pt x="3350783" y="4081986"/>
                  <a:pt x="3351926" y="4104769"/>
                </a:cubicBezTo>
                <a:cubicBezTo>
                  <a:pt x="3353695" y="4115384"/>
                  <a:pt x="3359144" y="4193344"/>
                  <a:pt x="3352816" y="4187317"/>
                </a:cubicBezTo>
                <a:cubicBezTo>
                  <a:pt x="3366419" y="4219638"/>
                  <a:pt x="3351446" y="4239971"/>
                  <a:pt x="3357691" y="4276413"/>
                </a:cubicBezTo>
                <a:cubicBezTo>
                  <a:pt x="3342910" y="4296116"/>
                  <a:pt x="3356610" y="4285488"/>
                  <a:pt x="3353895" y="4306037"/>
                </a:cubicBezTo>
                <a:cubicBezTo>
                  <a:pt x="3367541" y="4300534"/>
                  <a:pt x="3346306" y="4330948"/>
                  <a:pt x="3361728" y="4332215"/>
                </a:cubicBezTo>
                <a:cubicBezTo>
                  <a:pt x="3360746" y="4335915"/>
                  <a:pt x="3359307" y="4339458"/>
                  <a:pt x="3357748" y="4343006"/>
                </a:cubicBezTo>
                <a:lnTo>
                  <a:pt x="3356941" y="4344866"/>
                </a:lnTo>
                <a:lnTo>
                  <a:pt x="3356370" y="4352332"/>
                </a:lnTo>
                <a:lnTo>
                  <a:pt x="3352876" y="4354407"/>
                </a:lnTo>
                <a:lnTo>
                  <a:pt x="3352683" y="4444689"/>
                </a:lnTo>
                <a:cubicBezTo>
                  <a:pt x="3355485" y="4452425"/>
                  <a:pt x="3356736" y="4477980"/>
                  <a:pt x="3352455" y="4483791"/>
                </a:cubicBezTo>
                <a:cubicBezTo>
                  <a:pt x="3351784" y="4489320"/>
                  <a:pt x="3353780" y="4495171"/>
                  <a:pt x="3349030" y="4498683"/>
                </a:cubicBezTo>
                <a:cubicBezTo>
                  <a:pt x="3346858" y="4510741"/>
                  <a:pt x="3341860" y="4538358"/>
                  <a:pt x="3339427" y="4556140"/>
                </a:cubicBezTo>
                <a:cubicBezTo>
                  <a:pt x="3342836" y="4560659"/>
                  <a:pt x="3341611" y="4566842"/>
                  <a:pt x="3339521" y="4574959"/>
                </a:cubicBezTo>
                <a:lnTo>
                  <a:pt x="3338246" y="4582576"/>
                </a:lnTo>
                <a:lnTo>
                  <a:pt x="3348539" y="4605460"/>
                </a:lnTo>
                <a:lnTo>
                  <a:pt x="3345760" y="4678575"/>
                </a:lnTo>
                <a:lnTo>
                  <a:pt x="3356250" y="4713574"/>
                </a:lnTo>
                <a:cubicBezTo>
                  <a:pt x="3358600" y="4727943"/>
                  <a:pt x="3359577" y="4741820"/>
                  <a:pt x="3361380" y="4755215"/>
                </a:cubicBezTo>
                <a:cubicBezTo>
                  <a:pt x="3363928" y="4785596"/>
                  <a:pt x="3347531" y="4766123"/>
                  <a:pt x="3361636" y="4803525"/>
                </a:cubicBezTo>
                <a:cubicBezTo>
                  <a:pt x="3356254" y="4807867"/>
                  <a:pt x="3356117" y="4812705"/>
                  <a:pt x="3358957" y="4820729"/>
                </a:cubicBezTo>
                <a:cubicBezTo>
                  <a:pt x="3359783" y="4835507"/>
                  <a:pt x="3345952" y="4834947"/>
                  <a:pt x="3354635" y="4849546"/>
                </a:cubicBezTo>
                <a:cubicBezTo>
                  <a:pt x="3350894" y="4848362"/>
                  <a:pt x="3350351" y="4855411"/>
                  <a:pt x="3349759" y="4861941"/>
                </a:cubicBezTo>
                <a:lnTo>
                  <a:pt x="3347368" y="4866228"/>
                </a:lnTo>
                <a:lnTo>
                  <a:pt x="3358408" y="4889535"/>
                </a:lnTo>
                <a:cubicBezTo>
                  <a:pt x="3373705" y="4931282"/>
                  <a:pt x="3382233" y="4982216"/>
                  <a:pt x="3393319" y="5017998"/>
                </a:cubicBezTo>
                <a:cubicBezTo>
                  <a:pt x="3368256" y="5040241"/>
                  <a:pt x="3392200" y="5029364"/>
                  <a:pt x="3389184" y="5055049"/>
                </a:cubicBezTo>
                <a:cubicBezTo>
                  <a:pt x="3413510" y="5050695"/>
                  <a:pt x="3377700" y="5085342"/>
                  <a:pt x="3405892" y="5089973"/>
                </a:cubicBezTo>
                <a:cubicBezTo>
                  <a:pt x="3404451" y="5094499"/>
                  <a:pt x="3402165" y="5098741"/>
                  <a:pt x="3399662" y="5102960"/>
                </a:cubicBezTo>
                <a:lnTo>
                  <a:pt x="3398363" y="5105176"/>
                </a:lnTo>
                <a:lnTo>
                  <a:pt x="3398026" y="5114590"/>
                </a:lnTo>
                <a:lnTo>
                  <a:pt x="3391859" y="5116550"/>
                </a:lnTo>
                <a:lnTo>
                  <a:pt x="3386999" y="5130226"/>
                </a:lnTo>
                <a:cubicBezTo>
                  <a:pt x="3386119" y="5135455"/>
                  <a:pt x="3386267" y="5141205"/>
                  <a:pt x="3388073" y="5147747"/>
                </a:cubicBezTo>
                <a:cubicBezTo>
                  <a:pt x="3400425" y="5164741"/>
                  <a:pt x="3388688" y="5187675"/>
                  <a:pt x="3391234" y="5209919"/>
                </a:cubicBezTo>
                <a:lnTo>
                  <a:pt x="3395469" y="5220481"/>
                </a:lnTo>
                <a:lnTo>
                  <a:pt x="3392518" y="5250830"/>
                </a:lnTo>
                <a:lnTo>
                  <a:pt x="3393800" y="5252877"/>
                </a:lnTo>
                <a:cubicBezTo>
                  <a:pt x="3393941" y="5258188"/>
                  <a:pt x="3392357" y="5268832"/>
                  <a:pt x="3393361" y="5282697"/>
                </a:cubicBezTo>
                <a:lnTo>
                  <a:pt x="3399825" y="5336059"/>
                </a:lnTo>
                <a:lnTo>
                  <a:pt x="3392824" y="5344884"/>
                </a:lnTo>
                <a:lnTo>
                  <a:pt x="3389277" y="5345998"/>
                </a:lnTo>
                <a:lnTo>
                  <a:pt x="3390946" y="5360636"/>
                </a:lnTo>
                <a:lnTo>
                  <a:pt x="3386366" y="5371486"/>
                </a:lnTo>
                <a:lnTo>
                  <a:pt x="3390662" y="5381496"/>
                </a:lnTo>
                <a:lnTo>
                  <a:pt x="3388199" y="5395290"/>
                </a:lnTo>
                <a:cubicBezTo>
                  <a:pt x="3386677" y="5400263"/>
                  <a:pt x="3384810" y="5405812"/>
                  <a:pt x="3383455" y="5412069"/>
                </a:cubicBezTo>
                <a:lnTo>
                  <a:pt x="3376345" y="5426008"/>
                </a:lnTo>
                <a:lnTo>
                  <a:pt x="3374012" y="5448470"/>
                </a:lnTo>
                <a:cubicBezTo>
                  <a:pt x="3372358" y="5465848"/>
                  <a:pt x="3370199" y="5482458"/>
                  <a:pt x="3365299" y="5498771"/>
                </a:cubicBezTo>
                <a:cubicBezTo>
                  <a:pt x="3368242" y="5512292"/>
                  <a:pt x="3368289" y="5524931"/>
                  <a:pt x="3358774" y="5536815"/>
                </a:cubicBezTo>
                <a:cubicBezTo>
                  <a:pt x="3355554" y="5573082"/>
                  <a:pt x="3364982" y="5582256"/>
                  <a:pt x="3352897" y="5604851"/>
                </a:cubicBezTo>
                <a:cubicBezTo>
                  <a:pt x="3357655" y="5611851"/>
                  <a:pt x="3360065" y="5616619"/>
                  <a:pt x="3360918" y="5620215"/>
                </a:cubicBezTo>
                <a:cubicBezTo>
                  <a:pt x="3363482" y="5631010"/>
                  <a:pt x="3352061" y="5631235"/>
                  <a:pt x="3348145" y="5649365"/>
                </a:cubicBezTo>
                <a:cubicBezTo>
                  <a:pt x="3342329" y="5668683"/>
                  <a:pt x="3336842" y="5635583"/>
                  <a:pt x="3334135" y="5654076"/>
                </a:cubicBezTo>
                <a:cubicBezTo>
                  <a:pt x="3338089" y="5673079"/>
                  <a:pt x="3320876" y="5674673"/>
                  <a:pt x="3326011" y="5694285"/>
                </a:cubicBezTo>
                <a:cubicBezTo>
                  <a:pt x="3339441" y="5687377"/>
                  <a:pt x="3320185" y="5735320"/>
                  <a:pt x="3331448" y="5735077"/>
                </a:cubicBezTo>
                <a:cubicBezTo>
                  <a:pt x="3313758" y="5754960"/>
                  <a:pt x="3333086" y="5760823"/>
                  <a:pt x="3326180" y="5784860"/>
                </a:cubicBezTo>
                <a:cubicBezTo>
                  <a:pt x="3319129" y="5796737"/>
                  <a:pt x="3317432" y="5804806"/>
                  <a:pt x="3323175" y="5814629"/>
                </a:cubicBezTo>
                <a:cubicBezTo>
                  <a:pt x="3289103" y="5869565"/>
                  <a:pt x="3319352" y="5845410"/>
                  <a:pt x="3303983" y="5894405"/>
                </a:cubicBezTo>
                <a:lnTo>
                  <a:pt x="3302615" y="5898375"/>
                </a:lnTo>
                <a:lnTo>
                  <a:pt x="3305988" y="5914019"/>
                </a:lnTo>
                <a:cubicBezTo>
                  <a:pt x="3306566" y="5914416"/>
                  <a:pt x="3307142" y="5914813"/>
                  <a:pt x="3307720" y="5915209"/>
                </a:cubicBezTo>
                <a:lnTo>
                  <a:pt x="3288942" y="5962966"/>
                </a:lnTo>
                <a:lnTo>
                  <a:pt x="3289995" y="5969791"/>
                </a:lnTo>
                <a:lnTo>
                  <a:pt x="3273219" y="6000303"/>
                </a:lnTo>
                <a:lnTo>
                  <a:pt x="3266971" y="6016394"/>
                </a:lnTo>
                <a:lnTo>
                  <a:pt x="3258268" y="6034498"/>
                </a:lnTo>
                <a:lnTo>
                  <a:pt x="3262376" y="6046147"/>
                </a:lnTo>
                <a:cubicBezTo>
                  <a:pt x="3269023" y="6073717"/>
                  <a:pt x="3250846" y="6118951"/>
                  <a:pt x="3274161" y="6127097"/>
                </a:cubicBezTo>
                <a:cubicBezTo>
                  <a:pt x="3261055" y="6140796"/>
                  <a:pt x="3284255" y="6151240"/>
                  <a:pt x="3287116" y="6165061"/>
                </a:cubicBezTo>
                <a:cubicBezTo>
                  <a:pt x="3278972" y="6176795"/>
                  <a:pt x="3286959" y="6181809"/>
                  <a:pt x="3289289" y="6191816"/>
                </a:cubicBezTo>
                <a:cubicBezTo>
                  <a:pt x="3284123" y="6196765"/>
                  <a:pt x="3284941" y="6205311"/>
                  <a:pt x="3291517" y="6207797"/>
                </a:cubicBezTo>
                <a:cubicBezTo>
                  <a:pt x="3306003" y="6202672"/>
                  <a:pt x="3300501" y="6232914"/>
                  <a:pt x="3310808" y="6234442"/>
                </a:cubicBezTo>
                <a:cubicBezTo>
                  <a:pt x="3314005" y="6251566"/>
                  <a:pt x="3305763" y="6327405"/>
                  <a:pt x="3322832" y="6339012"/>
                </a:cubicBezTo>
                <a:cubicBezTo>
                  <a:pt x="3332735" y="6373401"/>
                  <a:pt x="3309981" y="6425589"/>
                  <a:pt x="3311360" y="6440393"/>
                </a:cubicBezTo>
                <a:cubicBezTo>
                  <a:pt x="3282540" y="6457108"/>
                  <a:pt x="3365374" y="6523495"/>
                  <a:pt x="3370963" y="6586374"/>
                </a:cubicBezTo>
                <a:cubicBezTo>
                  <a:pt x="3368621" y="6595055"/>
                  <a:pt x="3368943" y="6599590"/>
                  <a:pt x="3375863" y="6601412"/>
                </a:cubicBezTo>
                <a:cubicBezTo>
                  <a:pt x="3380798" y="6617525"/>
                  <a:pt x="3389212" y="6649404"/>
                  <a:pt x="3400578" y="6683057"/>
                </a:cubicBezTo>
                <a:cubicBezTo>
                  <a:pt x="3408645" y="6705148"/>
                  <a:pt x="3410628" y="6805370"/>
                  <a:pt x="3417831" y="6852700"/>
                </a:cubicBezTo>
                <a:lnTo>
                  <a:pt x="3418926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39295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7F69C3-82CF-25C3-DD1A-9D9C7264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4600"/>
              <a:t>Limitations of Commercial Smart Doorbells </a:t>
            </a:r>
            <a:endParaRPr lang="en-PK" sz="4600"/>
          </a:p>
        </p:txBody>
      </p:sp>
      <p:sp>
        <p:nvSpPr>
          <p:cNvPr id="2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EED8A-7D5E-087E-0427-5432973B8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/>
              <a:t> While comprehensive, commercial systems present several drawbacks addressed by edge-based approaches:</a:t>
            </a:r>
          </a:p>
          <a:p>
            <a:pPr marL="0" indent="0">
              <a:buNone/>
            </a:pPr>
            <a:r>
              <a:rPr lang="en-US" sz="1700" b="1"/>
              <a:t> Subscription Requirements</a:t>
            </a:r>
            <a:r>
              <a:rPr lang="en-US" sz="1700"/>
              <a:t> 💳</a:t>
            </a:r>
          </a:p>
          <a:p>
            <a:pPr lvl="1"/>
            <a:r>
              <a:rPr lang="en-US" sz="1700"/>
              <a:t>Cloud storage and advanced features often require ongoing subscription fees, increasing the total cost of ownership [44].</a:t>
            </a:r>
          </a:p>
          <a:p>
            <a:pPr marL="0" indent="0">
              <a:buNone/>
            </a:pPr>
            <a:r>
              <a:rPr lang="en-US" sz="1700" b="1"/>
              <a:t> Privacy Concerns</a:t>
            </a:r>
            <a:r>
              <a:rPr lang="en-US" sz="1700"/>
              <a:t> 🔒</a:t>
            </a:r>
          </a:p>
          <a:p>
            <a:pPr lvl="1"/>
            <a:r>
              <a:rPr lang="en-US" sz="1700"/>
              <a:t>Transmitting video data to cloud servers raises privacy issues, heightened by incidents of unauthorized access and data breaches [45].</a:t>
            </a:r>
          </a:p>
          <a:p>
            <a:pPr marL="0" indent="0">
              <a:buNone/>
            </a:pPr>
            <a:r>
              <a:rPr lang="en-US" sz="1700" b="1"/>
              <a:t> Connectivity Dependence</a:t>
            </a:r>
            <a:r>
              <a:rPr lang="en-US" sz="1700"/>
              <a:t> 🚫</a:t>
            </a:r>
          </a:p>
          <a:p>
            <a:pPr lvl="1"/>
            <a:r>
              <a:rPr lang="en-US" sz="1700"/>
              <a:t>Cloud-reliant systems become non-functional during internet outages, eliminating security coverage when it might be most needed [45]</a:t>
            </a:r>
          </a:p>
          <a:p>
            <a:endParaRPr lang="en-PK" sz="1700"/>
          </a:p>
        </p:txBody>
      </p:sp>
      <p:pic>
        <p:nvPicPr>
          <p:cNvPr id="14" name="Picture 13" descr="Cloud shaped hard drive with cables">
            <a:extLst>
              <a:ext uri="{FF2B5EF4-FFF2-40B4-BE49-F238E27FC236}">
                <a16:creationId xmlns:a16="http://schemas.microsoft.com/office/drawing/2014/main" id="{E954DB7A-C98A-810A-DDEE-580F77538E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77" r="29547" b="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1349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327DE-9EE4-EE01-F007-B4B7E5F7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4600" b="1"/>
              <a:t>Related Technologies and Research Areas</a:t>
            </a:r>
            <a:br>
              <a:rPr lang="en-US" sz="4600" b="1"/>
            </a:br>
            <a:endParaRPr lang="en-PK" sz="4600"/>
          </a:p>
        </p:txBody>
      </p:sp>
      <p:sp>
        <p:nvSpPr>
          <p:cNvPr id="2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F950E7-57E6-7163-2383-9D01C79401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2493" y="2071316"/>
            <a:ext cx="6713552" cy="41191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Face Recognition Door Lock Systems</a:t>
            </a:r>
            <a:r>
              <a:rPr kumimoji="0" lang="en-US" altLang="en-PK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endParaRPr kumimoji="0" lang="en-PK" altLang="en-PK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Offers enhanced security through biometric authentication [41, 44].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Drawback:</a:t>
            </a:r>
            <a:r>
              <a:rPr kumimoji="0" lang="en-PK" altLang="en-PK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Introduces more significant privacy concerns and higher computational requirements compared to simple person detection.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IoT-Based Smart Doorbell (Prototypes)</a:t>
            </a:r>
            <a:endParaRPr kumimoji="0" lang="en-PK" altLang="en-PK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Research prototypes (e.g., ESP32, Raspberry Pi) validate the feasibility of the technical approach [44, 45].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Limitation:</a:t>
            </a:r>
            <a:r>
              <a:rPr kumimoji="0" lang="en-PK" altLang="en-PK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Often lack optimization for production deployment.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Privacy-Preserving Surveillance</a:t>
            </a:r>
            <a:endParaRPr kumimoji="0" lang="en-PK" altLang="en-PK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Research demonstrates techniques to detect human presence and activity </a:t>
            </a:r>
            <a:r>
              <a:rPr kumimoji="0" lang="en-PK" altLang="en-PK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without</a:t>
            </a:r>
            <a:r>
              <a:rPr kumimoji="0" lang="en-PK" altLang="en-PK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capturing identifiable visual information [45].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Methods:</a:t>
            </a:r>
            <a:r>
              <a:rPr kumimoji="0" lang="en-PK" altLang="en-PK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Includes skeletal tracking, silhouette detection, or encrypted visual features.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PK" altLang="en-PK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5" name="Picture 14" descr="An open bathroom door">
            <a:extLst>
              <a:ext uri="{FF2B5EF4-FFF2-40B4-BE49-F238E27FC236}">
                <a16:creationId xmlns:a16="http://schemas.microsoft.com/office/drawing/2014/main" id="{A257ABB7-A4C1-C5BC-0208-903E25BD97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40" r="26481" b="-3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963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45526D-C7F9-01FF-E18A-BAC4510E215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055" b="1067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E97A9-E099-BD76-BA52-34CF1B1FB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br>
              <a:rPr lang="en-US" sz="2800" b="1"/>
            </a:br>
            <a:r>
              <a:rPr lang="en-US" sz="2800" b="1"/>
              <a:t>Comparative Advantages of the </a:t>
            </a:r>
            <a:r>
              <a:rPr lang="en-US" sz="2800" b="1" err="1"/>
              <a:t>EagleEye</a:t>
            </a:r>
            <a:r>
              <a:rPr lang="en-US" sz="2800" b="1"/>
              <a:t> Approach</a:t>
            </a:r>
            <a:br>
              <a:rPr lang="en-US" sz="2800" b="1"/>
            </a:br>
            <a:endParaRPr lang="en-PK" sz="28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C25019-EA2F-4A92-5E33-0C94FD308F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30343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6701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A11FA9-4DB6-48B7-39FA-A59D4A051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Challenges and Limitations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65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550E4-6C32-DCC6-EB15-EC598D320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Technical Constraints</a:t>
            </a:r>
            <a:endParaRPr lang="en-PK" sz="540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4205F-EB49-E2B2-08B0-93F52E9BD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b="1"/>
              <a:t> Limitations and Trade-offs</a:t>
            </a:r>
          </a:p>
          <a:p>
            <a:pPr marL="0" indent="0">
              <a:buNone/>
            </a:pPr>
            <a:r>
              <a:rPr lang="en-US" sz="1700" b="1"/>
              <a:t> Computational Limitations</a:t>
            </a:r>
            <a:r>
              <a:rPr lang="en-US" sz="1700"/>
              <a:t> ⏱️</a:t>
            </a:r>
          </a:p>
          <a:p>
            <a:pPr lvl="1"/>
            <a:r>
              <a:rPr lang="en-US" sz="1700" b="1"/>
              <a:t>Platform:</a:t>
            </a:r>
            <a:r>
              <a:rPr lang="en-US" sz="1700"/>
              <a:t> The ESP32 imposes strict constraints on model complexity and speed.</a:t>
            </a:r>
          </a:p>
          <a:p>
            <a:pPr lvl="1"/>
            <a:r>
              <a:rPr lang="en-US" sz="1700" b="1"/>
              <a:t>Performance:</a:t>
            </a:r>
            <a:r>
              <a:rPr lang="en-US" sz="1700"/>
              <a:t> Achieves </a:t>
            </a:r>
            <a:r>
              <a:rPr lang="en-US" sz="1700" b="1"/>
              <a:t>1-3 FPS</a:t>
            </a:r>
            <a:r>
              <a:rPr lang="en-US" sz="1700"/>
              <a:t> for person detection, which is acceptable for doorway monitoring but not for continuous video surveillance [15, 18, 20, 21, 25].</a:t>
            </a:r>
          </a:p>
          <a:p>
            <a:pPr marL="0" indent="0">
              <a:buNone/>
            </a:pPr>
            <a:r>
              <a:rPr lang="en-US" sz="1700" b="1"/>
              <a:t>Model Size Restrictions</a:t>
            </a:r>
            <a:r>
              <a:rPr lang="en-US" sz="1700"/>
              <a:t> 💾</a:t>
            </a:r>
          </a:p>
          <a:p>
            <a:pPr lvl="1"/>
            <a:r>
              <a:rPr lang="en-US" sz="1700" b="1"/>
              <a:t>Flash:</a:t>
            </a:r>
            <a:r>
              <a:rPr lang="en-US" sz="1700"/>
              <a:t> TinyML models must fit within approximately </a:t>
            </a:r>
            <a:r>
              <a:rPr lang="en-US" sz="1700" b="1"/>
              <a:t>400-500 KB</a:t>
            </a:r>
            <a:r>
              <a:rPr lang="en-US" sz="1700"/>
              <a:t> of flash memory.</a:t>
            </a:r>
          </a:p>
          <a:p>
            <a:pPr lvl="1"/>
            <a:r>
              <a:rPr lang="en-US" sz="1700" b="1"/>
              <a:t>RAM:</a:t>
            </a:r>
            <a:r>
              <a:rPr lang="en-US" sz="1700"/>
              <a:t> Must use less than </a:t>
            </a:r>
            <a:r>
              <a:rPr lang="en-US" sz="1700" b="1"/>
              <a:t>200 KB of RAM</a:t>
            </a:r>
            <a:r>
              <a:rPr lang="en-US" sz="1700"/>
              <a:t> during inference.</a:t>
            </a:r>
          </a:p>
          <a:p>
            <a:pPr lvl="1"/>
            <a:r>
              <a:rPr lang="en-US" sz="1700" b="1"/>
              <a:t>Solution:</a:t>
            </a:r>
            <a:r>
              <a:rPr lang="en-US" sz="1700"/>
              <a:t> Requires careful architecture selection and aggressive model compression.</a:t>
            </a:r>
          </a:p>
          <a:p>
            <a:pPr marL="0" indent="0">
              <a:buNone/>
            </a:pPr>
            <a:r>
              <a:rPr lang="en-US" sz="1700" b="1"/>
              <a:t> Accuracy-Efficiency Trade-offs</a:t>
            </a:r>
            <a:r>
              <a:rPr lang="en-US" sz="1700"/>
              <a:t> ⚖️</a:t>
            </a:r>
          </a:p>
          <a:p>
            <a:pPr lvl="1"/>
            <a:r>
              <a:rPr lang="en-US" sz="1700"/>
              <a:t>Reducing model complexity to meet resource constraints inevitably impacts detection accuracy.</a:t>
            </a:r>
          </a:p>
          <a:p>
            <a:pPr lvl="1"/>
            <a:r>
              <a:rPr lang="en-US" sz="1700"/>
              <a:t>TinyML models are </a:t>
            </a:r>
            <a:r>
              <a:rPr lang="en-US" sz="1700" b="1"/>
              <a:t>more sensitive to dataset quality</a:t>
            </a:r>
            <a:r>
              <a:rPr lang="en-US" sz="1700"/>
              <a:t> than larger models, requiring careful dataset curation [26].</a:t>
            </a:r>
          </a:p>
          <a:p>
            <a:endParaRPr lang="en-PK" sz="1700"/>
          </a:p>
        </p:txBody>
      </p:sp>
    </p:spTree>
    <p:extLst>
      <p:ext uri="{BB962C8B-B14F-4D97-AF65-F5344CB8AC3E}">
        <p14:creationId xmlns:p14="http://schemas.microsoft.com/office/powerpoint/2010/main" val="2841817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3A47C-7DF9-FFB4-F5BB-8A347182D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626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053980-A216-265C-3C51-4911F0D29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br>
              <a:rPr lang="en-US" sz="2600" b="1"/>
            </a:br>
            <a:r>
              <a:rPr lang="en-US" sz="2600" b="1"/>
              <a:t>The New Opportunity</a:t>
            </a:r>
            <a:br>
              <a:rPr lang="en-US" sz="2600" b="1"/>
            </a:br>
            <a:endParaRPr lang="en-PK" sz="26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33676-834B-7325-9DDB-0317029CE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b="1"/>
              <a:t>The Convergence:</a:t>
            </a:r>
            <a:r>
              <a:rPr lang="en-US" sz="2200"/>
              <a:t> TinyML, edge computing, and affordable embedded hardware create new opportunities for intelligent, privacy-preserving security systems.</a:t>
            </a:r>
          </a:p>
          <a:p>
            <a:r>
              <a:rPr lang="en-US" sz="2200" b="1"/>
              <a:t>The Approach:</a:t>
            </a:r>
            <a:r>
              <a:rPr lang="en-US" sz="2200"/>
              <a:t> ESP32-based person detection with </a:t>
            </a:r>
            <a:r>
              <a:rPr lang="en-US" sz="2200" b="1"/>
              <a:t>local processing</a:t>
            </a:r>
            <a:r>
              <a:rPr lang="en-US" sz="2200"/>
              <a:t> is a technically feasible approach that solves key problems of cloud-dependent systems.</a:t>
            </a:r>
          </a:p>
          <a:p>
            <a:r>
              <a:rPr lang="en-US" sz="2200" b="1"/>
              <a:t>Key Finding 1: Technical Feasibility</a:t>
            </a:r>
            <a:endParaRPr lang="en-US" sz="2200"/>
          </a:p>
          <a:p>
            <a:pPr lvl="1"/>
            <a:r>
              <a:rPr lang="en-US" sz="2200"/>
              <a:t>Research shows optimized neural networks can run on ESP32 hardware at acceptable frame rates (1-3 FPS) and accuracy (85-95%) [2, 15, 26].</a:t>
            </a:r>
          </a:p>
          <a:p>
            <a:r>
              <a:rPr lang="en-US" sz="2200" b="1"/>
              <a:t>Key Finding 2: Energy Viability</a:t>
            </a:r>
            <a:endParaRPr lang="en-US" sz="2200"/>
          </a:p>
          <a:p>
            <a:pPr lvl="1"/>
            <a:r>
              <a:rPr lang="en-US" sz="2200"/>
              <a:t>TinyML offers dramatic energy efficiency, enabling extended battery operation when paired with smart power management [6, 35].</a:t>
            </a:r>
          </a:p>
          <a:p>
            <a:endParaRPr lang="en-PK" sz="2200"/>
          </a:p>
        </p:txBody>
      </p:sp>
    </p:spTree>
    <p:extLst>
      <p:ext uri="{BB962C8B-B14F-4D97-AF65-F5344CB8AC3E}">
        <p14:creationId xmlns:p14="http://schemas.microsoft.com/office/powerpoint/2010/main" val="2767437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408C4-B971-060D-62EE-4CD7FECB4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Key Advantages &amp; Challenges</a:t>
            </a:r>
            <a:endParaRPr lang="en-PK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54498E-56D4-312D-AE76-B6E2CB2824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Local processing</a:t>
            </a:r>
            <a:r>
              <a:rPr kumimoji="0" lang="en-PK" altLang="en-PK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fundamentally addresses privacy concerns by eliminating the need to send visual data to external servers [2, 34].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Key Finding 4: Cost Effectiveness</a:t>
            </a:r>
            <a:endParaRPr kumimoji="0" lang="en-PK" altLang="en-PK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Using commodity hardware (e.g., ESP32-CAM @ $10-15) makes intelligent monitoring accessible, avoiding high upfront costs and subscriptions [8].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PK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PK" altLang="en-PK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Key Finding 5: Integration Challenges</a:t>
            </a:r>
            <a:endParaRPr kumimoji="0" lang="en-PK" altLang="en-PK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Success requires careful model optimization, power management, and environmental robustness.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ESP32 platform imposes real constraints, forcing </a:t>
            </a:r>
            <a:r>
              <a:rPr kumimoji="0" lang="en-PK" altLang="en-PK" sz="22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trade-offs</a:t>
            </a:r>
            <a:r>
              <a:rPr kumimoji="0" lang="en-PK" altLang="en-PK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between capability and resource use.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PK" altLang="en-PK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6949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left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light&quot;,&quot;styleTitleSlide&quot;:&quot;bar_left&quot;,&quot;fontScale&quot;:1,&quot;iconStyle&quot;:&quot;classic&quot;,&quot;cjkFont&quot;:&quot;jp&quot;,&quot;isRTL&quot;:false,&quot;colors&quot;:{&quot;accent1&quot;:&quot;rgba(210,38,47,1)&quot;,&quot;accent2&quot;:&quot;rgba(21,57,105,1)&quot;,&quot;accent3&quot;:&quot;rgba(0,112,125,1)&quot;,&quot;accent4&quot;:&quot;rgba(102,102,102,1)&quot;,&quot;background_accent&quot;:&quot;rgba(245,245,245,1)&quot;,&quot;background_dark&quot;:&quot;rgba(0,0,0,1)&quot;,&quot;background_light&quot;:&quot;#ffffff&quot;,&quot;chart1&quot;:&quot;rgba(250,123,0,1)&quot;,&quot;chart2&quot;:&quot;rgba(210,38,47,1)&quot;,&quot;chart3&quot;:&quot;rgba(21,57,105,1)&quot;,&quot;chart4&quot;:&quot;rgba(0,112,125,1)&quot;,&quot;chart5&quot;:&quot;rgba(102,102,102,1)&quot;,&quot;hyperlink&quot;:&quot;#11a9e2&quot;,&quot;negative&quot;:&quot;rgba(210,38,47,1)&quot;,&quot;positive&quot;:&quot;rgba(0,112,125,1)&quot;,&quot;primary_dark&quot;:&quot;rgba(51,51,51,1)&quot;,&quot;primary_light&quot;:&quot;rgba(255,255,255,1)&quot;,&quot;secondary_dark&quot;:&quot;rgba(0,0,0,0.65)&quot;,&quot;secondary_light&quot;:&quot;rgba(255,255,255,0.8)&quot;,&quot;theme&quot;:&quot;rgba(250,123,0,1)&quot;},&quot;fontHeaderFontId&quot;:&quot;dmsans&quot;,&quot;fontHeaderWeight&quot;:700,&quot;fontHeaderLetterSpacing&quot;:-0.06,&quot;fontHeaderLineHeight&quot;:1.4,&quot;fontHeaderScaling&quot;:100,&quot;fontHeaderTextTransform&quot;:&quot;auto&quot;,&quot;fontTitleFontId&quot;:&quot;dmsans&quot;,&quot;fontTitleWeight&quot;:700,&quot;fontTitleLetterSpacing&quot;:-0.03,&quot;fontTitleLineHeight&quot;:1.4,&quot;fontTitleScaling&quot;:100,&quot;fontTitleTextTransform&quot;:&quot;auto&quot;,&quot;fontBodyFontId&quot;:&quot;dmsans&quot;,&quot;fontBodyWeight&quot;:400,&quot;fontBodyLetterSpacing&quot;:0.02,&quot;fontBodyLineHeight&quot;:1.9,&quot;fontBodyScaling&quot;:100,&quot;fontBodyTextTransform&quot;:&quot;auto&quot;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New York">
  <a:themeElements>
    <a:clrScheme name="New York BLUE">
      <a:dk1>
        <a:srgbClr val="404040"/>
      </a:dk1>
      <a:lt1>
        <a:sysClr val="window" lastClr="FFFFFF"/>
      </a:lt1>
      <a:dk2>
        <a:srgbClr val="404040"/>
      </a:dk2>
      <a:lt2>
        <a:srgbClr val="FFFFFF"/>
      </a:lt2>
      <a:accent1>
        <a:srgbClr val="2468ED"/>
      </a:accent1>
      <a:accent2>
        <a:srgbClr val="8AACEF"/>
      </a:accent2>
      <a:accent3>
        <a:srgbClr val="C7D5EF"/>
      </a:accent3>
      <a:accent4>
        <a:srgbClr val="DCE3F0"/>
      </a:accent4>
      <a:accent5>
        <a:srgbClr val="E4EAF4"/>
      </a:accent5>
      <a:accent6>
        <a:srgbClr val="F0F3F8"/>
      </a:accent6>
      <a:hlink>
        <a:srgbClr val="2468ED"/>
      </a:hlink>
      <a:folHlink>
        <a:srgbClr val="404040"/>
      </a:folHlink>
    </a:clrScheme>
    <a:fontScheme name="Другая 6">
      <a:majorFont>
        <a:latin typeface="Bahnschrift"/>
        <a:ea typeface=""/>
        <a:cs typeface=""/>
      </a:majorFont>
      <a:minorFont>
        <a:latin typeface="Bahnschrift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  <wetp:taskpane dockstate="right" visibility="0" width="525" row="3">
    <wetp:webextensionref xmlns:r="http://schemas.openxmlformats.org/officeDocument/2006/relationships" r:id="rId2"/>
  </wetp:taskpane>
  <wetp:taskpane dockstate="right" visibility="0" width="525" row="5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D6D6CF73-B0FA-432A-A050-07D50F2BC2F2}">
  <we:reference id="wa200005566" version="3.0.0.3" store="en-US" storeType="OMEX"/>
  <we:alternateReferences>
    <we:reference id="WA200005566" version="3.0.0.3" store="WA200005566" storeType="OMEX"/>
  </we:alternateReferences>
  <we:properties>
    <we:property name="theme" value="{&quot;name&quot;:&quot;New York&quot;,&quot;color&quot;:&quot;#2468ED&quot;,&quot;colorPalette&quot;:[&quot;404040&quot;,&quot;FFFFFF&quot;,&quot;404040&quot;,&quot;FFFFFF&quot;,&quot;2468ED&quot;,&quot;8AACEF&quot;,&quot;C7D5EF&quot;,&quot;DCE3F0&quot;,&quot;E4EAF4&quot;,&quot;F0F3F8&quot;,&quot;2468ED&quot;,&quot;404040&quot;],&quot;previewImages&quot;:[&quot;https://cpp.appsdowonders.com/assets/SlideTitle-new-york.webp&quot;,&quot;https://cpp.appsdowonders.com/assets/SlideAgenda-new-york.webp&quot;,&quot;https://cpp.appsdowonders.com/assets/SlideTextbox1V1-new-york.webp&quot;,&quot;https://cpp.appsdowonders.com/assets/SlideTextbox3V1-new-york.webp&quot;,&quot;https://cpp.appsdowonders.com/assets/SlideTable-new-york.webp&quot;,&quot;https://cpp.appsdowonders.com/assets/SlideTimelineV2-new-york.webp&quot;],&quot;isDefault&quot;:true,&quot;previewAnimation&quot;:&quot;https://cpp.appsdowonders.com/assets/new-york-preview.gif&quot;,&quot;index&quot;:0}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257E7E9-1464-4CB4-9A32-6A178B976057}">
  <we:reference id="wa200001560" version="2.0.0.0" store="en-US" storeType="OMEX"/>
  <we:alternateReferences>
    <we:reference id="WA200001560" version="2.0.0.0" store="WA200001560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B255BAF3-4197-45EE-9E60-9E7E4EA9170A}">
  <we:reference id="wa200003964" version="1.0.0.0" store="en-US" storeType="OMEX"/>
  <we:alternateReferences>
    <we:reference id="WA200003964" version="1.0.0.0" store="WA200003964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2776</TotalTime>
  <Words>1643</Words>
  <Application>Microsoft Office PowerPoint</Application>
  <PresentationFormat>Widescreen</PresentationFormat>
  <Paragraphs>171</Paragraphs>
  <Slides>24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Aptos Display</vt:lpstr>
      <vt:lpstr>Arial</vt:lpstr>
      <vt:lpstr>Bahnschrift</vt:lpstr>
      <vt:lpstr>Bahnschrift Light</vt:lpstr>
      <vt:lpstr>Calibri</vt:lpstr>
      <vt:lpstr>Wingdings</vt:lpstr>
      <vt:lpstr>Office Theme</vt:lpstr>
      <vt:lpstr>New York</vt:lpstr>
      <vt:lpstr>Literature Review: TinyML-Based Smart Intrusion Detection System with ESP32</vt:lpstr>
      <vt:lpstr>Key Enabling Technologies</vt:lpstr>
      <vt:lpstr>Energy Efficiency Considerations</vt:lpstr>
      <vt:lpstr>ESP32 Platform for Embedded Vision</vt:lpstr>
      <vt:lpstr>ES32 ARCHITECTURE </vt:lpstr>
      <vt:lpstr>Computational Capabilities and Limitations (ESP32)</vt:lpstr>
      <vt:lpstr>Successful Implementation Strategies (ESP32 Vision) </vt:lpstr>
      <vt:lpstr>Mobile Architecture</vt:lpstr>
      <vt:lpstr> Communication Protocols and WhatsApp Integration </vt:lpstr>
      <vt:lpstr>Messaging API Integration for ESP32</vt:lpstr>
      <vt:lpstr>Alternatives </vt:lpstr>
      <vt:lpstr>Real-Time Detection and Response Systems</vt:lpstr>
      <vt:lpstr>System Architecture Design</vt:lpstr>
      <vt:lpstr>Performance Metrics </vt:lpstr>
      <vt:lpstr>Environmental Robustness</vt:lpstr>
      <vt:lpstr>Related Systems and Comparative Analysis</vt:lpstr>
      <vt:lpstr>Limitations of Commercial Smart Doorbells </vt:lpstr>
      <vt:lpstr>Related Technologies and Research Areas </vt:lpstr>
      <vt:lpstr> Comparative Advantages of the EagleEye Approach </vt:lpstr>
      <vt:lpstr>Challenges and Limitations</vt:lpstr>
      <vt:lpstr>Technical Constraints</vt:lpstr>
      <vt:lpstr>Conclusion </vt:lpstr>
      <vt:lpstr> The New Opportunity </vt:lpstr>
      <vt:lpstr>Key Advantages &amp;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bsce22004</dc:creator>
  <cp:lastModifiedBy>bsce22004</cp:lastModifiedBy>
  <cp:revision>2</cp:revision>
  <dcterms:created xsi:type="dcterms:W3CDTF">2025-10-17T13:07:22Z</dcterms:created>
  <dcterms:modified xsi:type="dcterms:W3CDTF">2025-10-28T22:14:15Z</dcterms:modified>
</cp:coreProperties>
</file>