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8388" cy="30275213"/>
  <p:notesSz cx="30275213" cy="213883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300C4-5B90-4331-8BF1-84C44C332EDC}" v="8" dt="2026-06-18T10:55:16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980" y="-3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sce22004" userId="ac659fb8-73a5-4c71-91af-c158e9a820db" providerId="ADAL" clId="{7D7E260D-CA48-4722-A96F-67C11BFCE040}"/>
    <pc:docChg chg="custSel modSld">
      <pc:chgData name="bsce22004" userId="ac659fb8-73a5-4c71-91af-c158e9a820db" providerId="ADAL" clId="{7D7E260D-CA48-4722-A96F-67C11BFCE040}" dt="2026-06-18T11:06:01.714" v="30" actId="1076"/>
      <pc:docMkLst>
        <pc:docMk/>
      </pc:docMkLst>
      <pc:sldChg chg="addSp delSp modSp mod">
        <pc:chgData name="bsce22004" userId="ac659fb8-73a5-4c71-91af-c158e9a820db" providerId="ADAL" clId="{7D7E260D-CA48-4722-A96F-67C11BFCE040}" dt="2026-06-18T11:06:01.714" v="30" actId="1076"/>
        <pc:sldMkLst>
          <pc:docMk/>
          <pc:sldMk cId="0" sldId="256"/>
        </pc:sldMkLst>
        <pc:spChg chg="mod">
          <ac:chgData name="bsce22004" userId="ac659fb8-73a5-4c71-91af-c158e9a820db" providerId="ADAL" clId="{7D7E260D-CA48-4722-A96F-67C11BFCE040}" dt="2026-06-18T11:03:57.207" v="22" actId="14100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bsce22004" userId="ac659fb8-73a5-4c71-91af-c158e9a820db" providerId="ADAL" clId="{7D7E260D-CA48-4722-A96F-67C11BFCE040}" dt="2026-06-18T10:53:56.078" v="11"/>
          <ac:spMkLst>
            <pc:docMk/>
            <pc:sldMk cId="0" sldId="256"/>
            <ac:spMk id="14" creationId="{6DC5A4ED-0D92-D37D-7643-E9C2DFE7F8A3}"/>
          </ac:spMkLst>
        </pc:spChg>
        <pc:spChg chg="add mod">
          <ac:chgData name="bsce22004" userId="ac659fb8-73a5-4c71-91af-c158e9a820db" providerId="ADAL" clId="{7D7E260D-CA48-4722-A96F-67C11BFCE040}" dt="2026-06-18T10:54:04.919" v="14" actId="1076"/>
          <ac:spMkLst>
            <pc:docMk/>
            <pc:sldMk cId="0" sldId="256"/>
            <ac:spMk id="15" creationId="{55169395-2860-C5FC-62B7-9B154F212D60}"/>
          </ac:spMkLst>
        </pc:spChg>
        <pc:spChg chg="add mod">
          <ac:chgData name="bsce22004" userId="ac659fb8-73a5-4c71-91af-c158e9a820db" providerId="ADAL" clId="{7D7E260D-CA48-4722-A96F-67C11BFCE040}" dt="2026-06-18T10:54:23.428" v="15"/>
          <ac:spMkLst>
            <pc:docMk/>
            <pc:sldMk cId="0" sldId="256"/>
            <ac:spMk id="16" creationId="{F6D41A86-965A-AAB4-33BE-091DF5E10928}"/>
          </ac:spMkLst>
        </pc:spChg>
        <pc:spChg chg="del">
          <ac:chgData name="bsce22004" userId="ac659fb8-73a5-4c71-91af-c158e9a820db" providerId="ADAL" clId="{7D7E260D-CA48-4722-A96F-67C11BFCE040}" dt="2026-06-18T10:53:58.788" v="12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bsce22004" userId="ac659fb8-73a5-4c71-91af-c158e9a820db" providerId="ADAL" clId="{7D7E260D-CA48-4722-A96F-67C11BFCE040}" dt="2026-06-18T10:54:25.338" v="16" actId="478"/>
          <ac:spMkLst>
            <pc:docMk/>
            <pc:sldMk cId="0" sldId="256"/>
            <ac:spMk id="29" creationId="{00000000-0000-0000-0000-000000000000}"/>
          </ac:spMkLst>
        </pc:spChg>
        <pc:spChg chg="del">
          <ac:chgData name="bsce22004" userId="ac659fb8-73a5-4c71-91af-c158e9a820db" providerId="ADAL" clId="{7D7E260D-CA48-4722-A96F-67C11BFCE040}" dt="2026-06-18T10:54:57.007" v="18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bsce22004" userId="ac659fb8-73a5-4c71-91af-c158e9a820db" providerId="ADAL" clId="{7D7E260D-CA48-4722-A96F-67C11BFCE040}" dt="2026-06-18T10:40:28.633" v="0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bsce22004" userId="ac659fb8-73a5-4c71-91af-c158e9a820db" providerId="ADAL" clId="{7D7E260D-CA48-4722-A96F-67C11BFCE040}" dt="2026-06-18T10:40:34.156" v="1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bsce22004" userId="ac659fb8-73a5-4c71-91af-c158e9a820db" providerId="ADAL" clId="{7D7E260D-CA48-4722-A96F-67C11BFCE040}" dt="2026-06-18T10:40:36.693" v="2" actId="1076"/>
          <ac:spMkLst>
            <pc:docMk/>
            <pc:sldMk cId="0" sldId="256"/>
            <ac:spMk id="38" creationId="{00000000-0000-0000-0000-000000000000}"/>
          </ac:spMkLst>
        </pc:spChg>
        <pc:spChg chg="add mod">
          <ac:chgData name="bsce22004" userId="ac659fb8-73a5-4c71-91af-c158e9a820db" providerId="ADAL" clId="{7D7E260D-CA48-4722-A96F-67C11BFCE040}" dt="2026-06-18T10:54:32.482" v="17"/>
          <ac:spMkLst>
            <pc:docMk/>
            <pc:sldMk cId="0" sldId="256"/>
            <ac:spMk id="47" creationId="{47C05050-1619-EF35-9439-76FC52B5A3A8}"/>
          </ac:spMkLst>
        </pc:spChg>
        <pc:spChg chg="add mod">
          <ac:chgData name="bsce22004" userId="ac659fb8-73a5-4c71-91af-c158e9a820db" providerId="ADAL" clId="{7D7E260D-CA48-4722-A96F-67C11BFCE040}" dt="2026-06-18T10:54:57.806" v="19"/>
          <ac:spMkLst>
            <pc:docMk/>
            <pc:sldMk cId="0" sldId="256"/>
            <ac:spMk id="48" creationId="{9E14F6C0-D610-A024-80D4-965F01C40EE6}"/>
          </ac:spMkLst>
        </pc:spChg>
        <pc:spChg chg="mod">
          <ac:chgData name="bsce22004" userId="ac659fb8-73a5-4c71-91af-c158e9a820db" providerId="ADAL" clId="{7D7E260D-CA48-4722-A96F-67C11BFCE040}" dt="2026-06-18T10:46:37.973" v="7" actId="1076"/>
          <ac:spMkLst>
            <pc:docMk/>
            <pc:sldMk cId="0" sldId="256"/>
            <ac:spMk id="80" creationId="{498FA1FE-4FC5-6EB4-3E3F-A476D6A21601}"/>
          </ac:spMkLst>
        </pc:spChg>
        <pc:spChg chg="mod">
          <ac:chgData name="bsce22004" userId="ac659fb8-73a5-4c71-91af-c158e9a820db" providerId="ADAL" clId="{7D7E260D-CA48-4722-A96F-67C11BFCE040}" dt="2026-06-18T11:04:18.663" v="24" actId="1076"/>
          <ac:spMkLst>
            <pc:docMk/>
            <pc:sldMk cId="0" sldId="256"/>
            <ac:spMk id="81" creationId="{2CA0B9FE-9EAA-2BB4-E300-CA5FE82EBB57}"/>
          </ac:spMkLst>
        </pc:spChg>
        <pc:spChg chg="mod">
          <ac:chgData name="bsce22004" userId="ac659fb8-73a5-4c71-91af-c158e9a820db" providerId="ADAL" clId="{7D7E260D-CA48-4722-A96F-67C11BFCE040}" dt="2026-06-18T10:47:34.397" v="10" actId="1076"/>
          <ac:spMkLst>
            <pc:docMk/>
            <pc:sldMk cId="0" sldId="256"/>
            <ac:spMk id="93" creationId="{4DF0F8DE-5901-A9B1-8519-0971B6722C43}"/>
          </ac:spMkLst>
        </pc:spChg>
        <pc:picChg chg="add mod">
          <ac:chgData name="bsce22004" userId="ac659fb8-73a5-4c71-91af-c158e9a820db" providerId="ADAL" clId="{7D7E260D-CA48-4722-A96F-67C11BFCE040}" dt="2026-06-18T11:06:01.714" v="30" actId="1076"/>
          <ac:picMkLst>
            <pc:docMk/>
            <pc:sldMk cId="0" sldId="256"/>
            <ac:picMk id="49" creationId="{5CBF9290-85A8-5DB3-B6CD-13E6890C7CD7}"/>
          </ac:picMkLst>
        </pc:picChg>
        <pc:picChg chg="del">
          <ac:chgData name="bsce22004" userId="ac659fb8-73a5-4c71-91af-c158e9a820db" providerId="ADAL" clId="{7D7E260D-CA48-4722-A96F-67C11BFCE040}" dt="2026-06-18T11:05:44.182" v="29" actId="478"/>
          <ac:picMkLst>
            <pc:docMk/>
            <pc:sldMk cId="0" sldId="256"/>
            <ac:picMk id="78" creationId="{9D3DCB80-0ED9-BB58-87C1-B061BD72962B}"/>
          </ac:picMkLst>
        </pc:picChg>
        <pc:picChg chg="mod">
          <ac:chgData name="bsce22004" userId="ac659fb8-73a5-4c71-91af-c158e9a820db" providerId="ADAL" clId="{7D7E260D-CA48-4722-A96F-67C11BFCE040}" dt="2026-06-18T10:47:28.978" v="9" actId="1076"/>
          <ac:picMkLst>
            <pc:docMk/>
            <pc:sldMk cId="0" sldId="256"/>
            <ac:picMk id="83" creationId="{BA6ACBE6-1D5F-E80F-9230-B643FED59035}"/>
          </ac:picMkLst>
        </pc:picChg>
        <pc:picChg chg="mod">
          <ac:chgData name="bsce22004" userId="ac659fb8-73a5-4c71-91af-c158e9a820db" providerId="ADAL" clId="{7D7E260D-CA48-4722-A96F-67C11BFCE040}" dt="2026-06-18T11:04:27.038" v="25" actId="1076"/>
          <ac:picMkLst>
            <pc:docMk/>
            <pc:sldMk cId="0" sldId="256"/>
            <ac:picMk id="87" creationId="{53FA0F0B-83BA-D8A5-A4B3-08986B9E15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40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2926080"/>
          </a:xfrm>
          <a:prstGeom prst="rect">
            <a:avLst/>
          </a:prstGeom>
          <a:solidFill>
            <a:srgbClr val="D6E3B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195590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EagleEye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9559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Edge AI Surveillance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2926080"/>
            <a:ext cx="21387816" cy="237744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9559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EagleEye is a privacy-first, low-cost smart surveillance system. It runs a custom from-scratch TinyML CNN on an ESP32-CAM (~$10) for real-time human detection, paired with an audio intrusion classifier all on-device, zero cloud dependency. A React Native app provides alerts and live streaming from anywhere.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4414" y="5367753"/>
            <a:ext cx="9825228" cy="31381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022495" y="5731199"/>
            <a:ext cx="9093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1071" y="6220668"/>
            <a:ext cx="90937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surveillance streams 24/7 video to the cloud — expensive, bandwidth-heavy, and privacy-invasive.</a:t>
            </a:r>
            <a:endParaRPr lang="en-US" sz="2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affordable edge cameras run AI inference entirely on-device.</a:t>
            </a:r>
            <a:endParaRPr lang="en-US" sz="2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PIR-only motion detection causes 85–95% false alarms.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887926" y="5367753"/>
            <a:ext cx="9825228" cy="31503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1272185" y="5686369"/>
            <a:ext cx="9093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288268" y="6279839"/>
            <a:ext cx="90937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EagleEye: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decentralized, multi-sensor security system combining a custom depthwise-separable CNN for vision and an MFCC-based audio classifier — both running on a ~$10 ESP32-CAM with a cloud-connected React Native app</a:t>
            </a: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2019" y="8734519"/>
            <a:ext cx="20107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Architecture`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" y="15453360"/>
            <a:ext cx="20107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The Three Pillars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40080" y="16184880"/>
            <a:ext cx="6489192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960120" y="16504920"/>
            <a:ext cx="640080" cy="640080"/>
          </a:xfrm>
          <a:prstGeom prst="ellipse">
            <a:avLst/>
          </a:prstGeom>
          <a:solidFill>
            <a:srgbClr val="0C7C8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960120" y="1650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16459200"/>
            <a:ext cx="502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37360" y="16870680"/>
            <a:ext cx="502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on ESP32-CAM.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5032" y="16184880"/>
            <a:ext cx="6489192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>
            <a:solidFill>
              <a:srgbClr val="7030A0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7769352" y="16504920"/>
            <a:ext cx="640080" cy="640080"/>
          </a:xfrm>
          <a:prstGeom prst="ellipse">
            <a:avLst/>
          </a:prstGeom>
          <a:solidFill>
            <a:srgbClr val="7B2D5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7769352" y="1650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46592" y="16459200"/>
            <a:ext cx="502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AI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46592" y="16870680"/>
            <a:ext cx="502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intrusion classifier.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258544" y="16184880"/>
            <a:ext cx="6489192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14578584" y="16504920"/>
            <a:ext cx="640080" cy="640080"/>
          </a:xfrm>
          <a:prstGeom prst="ellipse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14578584" y="1650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355824" y="16459200"/>
            <a:ext cx="502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App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5355824" y="16870680"/>
            <a:ext cx="502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Outbound-only, works anywhere.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2019" y="25558965"/>
            <a:ext cx="20107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Validation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1920185" y="25946100"/>
            <a:ext cx="38020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90.83%</a:t>
            </a:r>
            <a:endParaRPr lang="en-US" sz="5600" dirty="0"/>
          </a:p>
        </p:txBody>
      </p:sp>
      <p:sp>
        <p:nvSpPr>
          <p:cNvPr id="38" name="Text 36"/>
          <p:cNvSpPr/>
          <p:nvPr/>
        </p:nvSpPr>
        <p:spPr>
          <a:xfrm>
            <a:off x="1745850" y="27020521"/>
            <a:ext cx="3802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accuracy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DS-CNN)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611925" y="25789819"/>
            <a:ext cx="38020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ms</a:t>
            </a:r>
            <a:endParaRPr lang="en-US" sz="5600" dirty="0"/>
          </a:p>
        </p:txBody>
      </p:sp>
      <p:sp>
        <p:nvSpPr>
          <p:cNvPr id="40" name="Text 38"/>
          <p:cNvSpPr/>
          <p:nvPr/>
        </p:nvSpPr>
        <p:spPr>
          <a:xfrm>
            <a:off x="5557028" y="26974800"/>
            <a:ext cx="3802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12883" y="25851468"/>
            <a:ext cx="38020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7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5600" dirty="0"/>
          </a:p>
        </p:txBody>
      </p:sp>
      <p:sp>
        <p:nvSpPr>
          <p:cNvPr id="42" name="Text 40"/>
          <p:cNvSpPr/>
          <p:nvPr/>
        </p:nvSpPr>
        <p:spPr>
          <a:xfrm>
            <a:off x="9021470" y="26970241"/>
            <a:ext cx="3802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classifier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465368" y="25806630"/>
            <a:ext cx="38020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ms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12338045" y="27125822"/>
            <a:ext cx="3802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inference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140120" y="25794653"/>
            <a:ext cx="38020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7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</a:t>
            </a:r>
            <a:endParaRPr lang="en-US" sz="5600" dirty="0"/>
          </a:p>
        </p:txBody>
      </p:sp>
      <p:sp>
        <p:nvSpPr>
          <p:cNvPr id="46" name="Text 44"/>
          <p:cNvSpPr/>
          <p:nvPr/>
        </p:nvSpPr>
        <p:spPr>
          <a:xfrm>
            <a:off x="16305581" y="27061620"/>
            <a:ext cx="3802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MCU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40080" y="27980640"/>
            <a:ext cx="20107656" cy="0"/>
          </a:xfrm>
          <a:prstGeom prst="line">
            <a:avLst/>
          </a:prstGeom>
          <a:noFill/>
          <a:ln w="3175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60" name="Image 0" descr="/home/claude/template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00680"/>
            <a:ext cx="5943600" cy="150876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0689336" y="282549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Murtaza Khalid, Huzaifa Khan &amp; Muhammad Haseeb</a:t>
            </a:r>
            <a:endParaRPr lang="en-US" sz="2200" dirty="0"/>
          </a:p>
          <a:p>
            <a:pPr marL="0" indent="0" algn="r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Rehan Hafiz &amp; Dr. Rehan Ahmed</a:t>
            </a:r>
            <a:endParaRPr lang="en-US" sz="2200" dirty="0"/>
          </a:p>
          <a:p>
            <a:pPr marL="0" indent="0" algn="r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&amp; Software Engineering</a:t>
            </a:r>
            <a:endParaRPr lang="en-US" sz="2200" dirty="0"/>
          </a:p>
          <a:p>
            <a:pPr marL="0" indent="0" algn="r">
              <a:lnSpc>
                <a:spcPct val="13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Engineering</a:t>
            </a:r>
            <a:endParaRPr lang="en-US" sz="22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66D2864-A729-B1FE-DF28-F10F183E8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7" b="30666"/>
          <a:stretch>
            <a:fillRect/>
          </a:stretch>
        </p:blipFill>
        <p:spPr>
          <a:xfrm>
            <a:off x="483367" y="22158799"/>
            <a:ext cx="10038535" cy="2270691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D57050B8-7C4C-D87C-37A8-8D3584915767}"/>
              </a:ext>
            </a:extLst>
          </p:cNvPr>
          <p:cNvSpPr txBox="1"/>
          <p:nvPr/>
        </p:nvSpPr>
        <p:spPr>
          <a:xfrm>
            <a:off x="572019" y="21168360"/>
            <a:ext cx="5391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PK" sz="3200" b="1" dirty="0">
              <a:solidFill>
                <a:srgbClr val="3747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98FA1FE-4FC5-6EB4-3E3F-A476D6A21601}"/>
              </a:ext>
            </a:extLst>
          </p:cNvPr>
          <p:cNvSpPr/>
          <p:nvPr/>
        </p:nvSpPr>
        <p:spPr>
          <a:xfrm>
            <a:off x="11173320" y="21769464"/>
            <a:ext cx="9539834" cy="3280167"/>
          </a:xfrm>
          <a:prstGeom prst="roundRect">
            <a:avLst>
              <a:gd name="adj" fmla="val 5289"/>
            </a:avLst>
          </a:prstGeom>
          <a:noFill/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CA0B9FE-9EAA-2BB4-E300-CA5FE82EBB57}"/>
              </a:ext>
            </a:extLst>
          </p:cNvPr>
          <p:cNvSpPr/>
          <p:nvPr/>
        </p:nvSpPr>
        <p:spPr>
          <a:xfrm>
            <a:off x="545586" y="21774422"/>
            <a:ext cx="10426940" cy="3358349"/>
          </a:xfrm>
          <a:prstGeom prst="roundRect">
            <a:avLst>
              <a:gd name="adj" fmla="val 8219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BA6ACBE6-1D5F-E80F-9230-B643FED59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9354" y="10292149"/>
            <a:ext cx="7959369" cy="4511947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53FA0F0B-83BA-D8A5-A4B3-08986B9E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389" y="9440507"/>
            <a:ext cx="10716249" cy="5896031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DF0F8DE-5901-A9B1-8519-0971B6722C43}"/>
              </a:ext>
            </a:extLst>
          </p:cNvPr>
          <p:cNvSpPr txBox="1"/>
          <p:nvPr/>
        </p:nvSpPr>
        <p:spPr>
          <a:xfrm>
            <a:off x="11967662" y="9027475"/>
            <a:ext cx="3677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PK" sz="3200" b="1" dirty="0">
              <a:solidFill>
                <a:srgbClr val="0C7C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55169395-2860-C5FC-62B7-9B154F212D60}"/>
              </a:ext>
            </a:extLst>
          </p:cNvPr>
          <p:cNvSpPr/>
          <p:nvPr/>
        </p:nvSpPr>
        <p:spPr>
          <a:xfrm>
            <a:off x="896666" y="17499330"/>
            <a:ext cx="58491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built from scratch (96×96 RGB).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shrunk 75% via INT8 quantization.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— 3× faster inference.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models tested across 4 architectures.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2,296 images collected over 17 days.</a:t>
            </a:r>
            <a:endParaRPr lang="en-US" sz="200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47C05050-1619-EF35-9439-76FC52B5A3A8}"/>
              </a:ext>
            </a:extLst>
          </p:cNvPr>
          <p:cNvSpPr/>
          <p:nvPr/>
        </p:nvSpPr>
        <p:spPr>
          <a:xfrm>
            <a:off x="7769352" y="17373600"/>
            <a:ext cx="58491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microphone sampling at 16kHz.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audio features for classification.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footsteps, glass break &amp; ambient.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50KB — runs continuously on-device.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87ms per prediction.</a:t>
            </a:r>
            <a:endParaRPr lang="en-US" sz="2000" dirty="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9E14F6C0-D610-A024-80D4-965F01C40EE6}"/>
              </a:ext>
            </a:extLst>
          </p:cNvPr>
          <p:cNvSpPr/>
          <p:nvPr/>
        </p:nvSpPr>
        <p:spPr>
          <a:xfrm>
            <a:off x="14578584" y="17373600"/>
            <a:ext cx="58491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MQTT messaging (HiveMQ Cloud).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evidence stored on Cloudinary.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via Firebase.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video relay (Deno Deploy).</a:t>
            </a:r>
            <a:endParaRPr lang="en-US" sz="2000" dirty="0"/>
          </a:p>
          <a:p>
            <a:pPr marL="342900" indent="-342900" algn="l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camera controls.</a:t>
            </a:r>
            <a:endParaRPr lang="en-US" sz="2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CBF9290-85A8-5DB3-B6CD-13E6890C7C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8982"/>
          <a:stretch>
            <a:fillRect/>
          </a:stretch>
        </p:blipFill>
        <p:spPr>
          <a:xfrm>
            <a:off x="11272185" y="22138129"/>
            <a:ext cx="9224307" cy="2291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330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EagleEye Poster</dc:title>
  <dc:subject>PptxGenJS Presentation</dc:subject>
  <dc:creator>PptxGenJS</dc:creator>
  <cp:lastModifiedBy>bsce22004</cp:lastModifiedBy>
  <cp:revision>2</cp:revision>
  <dcterms:created xsi:type="dcterms:W3CDTF">2026-06-18T09:41:56Z</dcterms:created>
  <dcterms:modified xsi:type="dcterms:W3CDTF">2026-06-18T11:06:03Z</dcterms:modified>
</cp:coreProperties>
</file>